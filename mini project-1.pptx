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6" r:id="rId20"/>
    <p:sldId id="277" r:id="rId21"/>
    <p:sldId id="278" r:id="rId22"/>
    <p:sldId id="279" r:id="rId23"/>
    <p:sldId id="280" r:id="rId24"/>
    <p:sldId id="281" r:id="rId25"/>
    <p:sldId id="282" r:id="rId26"/>
    <p:sldId id="283" r:id="rId27"/>
    <p:sldId id="284" r:id="rId2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987" autoAdjust="0"/>
    <p:restoredTop sz="94660"/>
  </p:normalViewPr>
  <p:slideViewPr>
    <p:cSldViewPr snapToGrid="0">
      <p:cViewPr varScale="1">
        <p:scale>
          <a:sx n="68" d="100"/>
          <a:sy n="68" d="100"/>
        </p:scale>
        <p:origin x="-1204" y="-60"/>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30"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731"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732"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733"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4"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735"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1" name="Title 1"/>
          <p:cNvSpPr>
            <a:spLocks noGrp="1"/>
          </p:cNvSpPr>
          <p:nvPr>
            <p:ph type="ctrTitle"/>
          </p:nvPr>
        </p:nvSpPr>
        <p:spPr>
          <a:xfrm>
            <a:off x="685800" y="1122363"/>
            <a:ext cx="7772400" cy="2387600"/>
          </a:xfrm>
        </p:spPr>
        <p:txBody>
          <a:bodyPr anchor="b"/>
          <a:lstStyle>
            <a:lvl1pPr algn="ctr">
              <a:defRPr sz="6000"/>
            </a:lvl1pPr>
          </a:lstStyle>
          <a:p>
            <a:r>
              <a:rPr lang="en-US" altLang="zh-CN"/>
              <a:t>Click to edit Master title style</a:t>
            </a:r>
            <a:endParaRPr lang="en-US" dirty="0"/>
          </a:p>
        </p:txBody>
      </p:sp>
      <p:sp>
        <p:nvSpPr>
          <p:cNvPr id="1048582"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en-US" dirty="0"/>
          </a:p>
        </p:txBody>
      </p:sp>
      <p:sp>
        <p:nvSpPr>
          <p:cNvPr id="1048583" name="Date Placeholder 3"/>
          <p:cNvSpPr>
            <a:spLocks noGrp="1"/>
          </p:cNvSpPr>
          <p:nvPr>
            <p:ph type="dt" sz="half" idx="10"/>
          </p:nvPr>
        </p:nvSpPr>
        <p:spPr/>
        <p:txBody>
          <a:bodyPr/>
          <a:lstStyle/>
          <a:p>
            <a:fld id="{2C550661-E668-4BB0-BA09-E48CF3985295}" type="datetime1">
              <a:rPr lang="zh-CN" altLang="en-US" smtClean="0"/>
              <a:pPr/>
              <a:t>2025/6/18</a:t>
            </a:fld>
            <a:endParaRPr lang="zh-CN" altLang="en-US"/>
          </a:p>
        </p:txBody>
      </p:sp>
      <p:sp>
        <p:nvSpPr>
          <p:cNvPr id="1048584" name="Footer Placeholder 4"/>
          <p:cNvSpPr>
            <a:spLocks noGrp="1"/>
          </p:cNvSpPr>
          <p:nvPr>
            <p:ph type="ftr" sz="quarter" idx="11"/>
          </p:nvPr>
        </p:nvSpPr>
        <p:spPr/>
        <p:txBody>
          <a:bodyPr/>
          <a:lstStyle/>
          <a:p>
            <a:endParaRPr lang="zh-CN" altLang="en-US"/>
          </a:p>
        </p:txBody>
      </p:sp>
      <p:sp>
        <p:nvSpPr>
          <p:cNvPr id="1048585" name="Slide Number Placeholder 5"/>
          <p:cNvSpPr>
            <a:spLocks noGrp="1"/>
          </p:cNvSpPr>
          <p:nvPr>
            <p:ph type="sldNum" sz="quarter" idx="12"/>
          </p:nvPr>
        </p:nvSpPr>
        <p:spPr/>
        <p:txBody>
          <a:bodyPr/>
          <a:lstStyle/>
          <a:p>
            <a:fld id="{D5B52ADC-5BFA-4FBD-BEE2-16096B7F4166}"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86" name="Title 1"/>
          <p:cNvSpPr>
            <a:spLocks noGrp="1"/>
          </p:cNvSpPr>
          <p:nvPr>
            <p:ph type="title"/>
          </p:nvPr>
        </p:nvSpPr>
        <p:spPr/>
        <p:txBody>
          <a:bodyPr/>
          <a:lstStyle/>
          <a:p>
            <a:r>
              <a:rPr lang="en-US" altLang="zh-CN"/>
              <a:t>Click to edit Master title style</a:t>
            </a:r>
            <a:endParaRPr lang="en-US" dirty="0"/>
          </a:p>
        </p:txBody>
      </p:sp>
      <p:sp>
        <p:nvSpPr>
          <p:cNvPr id="1048687"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688" name="Date Placeholder 3"/>
          <p:cNvSpPr>
            <a:spLocks noGrp="1"/>
          </p:cNvSpPr>
          <p:nvPr>
            <p:ph type="dt" sz="half" idx="10"/>
          </p:nvPr>
        </p:nvSpPr>
        <p:spPr/>
        <p:txBody>
          <a:bodyPr/>
          <a:lstStyle/>
          <a:p>
            <a:fld id="{16A5588C-0E0D-4FE0-8DDC-C1CD342B5252}" type="datetime1">
              <a:rPr lang="zh-CN" altLang="en-US" smtClean="0"/>
              <a:pPr/>
              <a:t>2025/6/18</a:t>
            </a:fld>
            <a:endParaRPr lang="zh-CN" altLang="en-US"/>
          </a:p>
        </p:txBody>
      </p:sp>
      <p:sp>
        <p:nvSpPr>
          <p:cNvPr id="1048689" name="Footer Placeholder 4"/>
          <p:cNvSpPr>
            <a:spLocks noGrp="1"/>
          </p:cNvSpPr>
          <p:nvPr>
            <p:ph type="ftr" sz="quarter" idx="11"/>
          </p:nvPr>
        </p:nvSpPr>
        <p:spPr/>
        <p:txBody>
          <a:bodyPr/>
          <a:lstStyle/>
          <a:p>
            <a:endParaRPr lang="zh-CN" altLang="en-US"/>
          </a:p>
        </p:txBody>
      </p:sp>
      <p:sp>
        <p:nvSpPr>
          <p:cNvPr id="1048690" name="Slide Number Placeholder 5"/>
          <p:cNvSpPr>
            <a:spLocks noGrp="1"/>
          </p:cNvSpPr>
          <p:nvPr>
            <p:ph type="sldNum" sz="quarter" idx="12"/>
          </p:nvPr>
        </p:nvSpPr>
        <p:spPr/>
        <p:txBody>
          <a:bodyPr/>
          <a:lstStyle/>
          <a:p>
            <a:fld id="{D5B52ADC-5BFA-4FBD-BEE2-16096B7F4166}"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2" name="Title 1"/>
          <p:cNvSpPr>
            <a:spLocks noGrp="1"/>
          </p:cNvSpPr>
          <p:nvPr>
            <p:ph type="title"/>
          </p:nvPr>
        </p:nvSpPr>
        <p:spPr>
          <a:xfrm>
            <a:off x="623888" y="1709739"/>
            <a:ext cx="7886700" cy="2852737"/>
          </a:xfrm>
        </p:spPr>
        <p:txBody>
          <a:bodyPr anchor="b"/>
          <a:lstStyle>
            <a:lvl1pPr>
              <a:defRPr sz="6000"/>
            </a:lvl1pPr>
          </a:lstStyle>
          <a:p>
            <a:r>
              <a:rPr lang="en-US" altLang="zh-CN"/>
              <a:t>Click to edit Master title style</a:t>
            </a:r>
            <a:endParaRPr lang="en-US" dirty="0"/>
          </a:p>
        </p:txBody>
      </p:sp>
      <p:sp>
        <p:nvSpPr>
          <p:cNvPr id="104870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1048704" name="Date Placeholder 3"/>
          <p:cNvSpPr>
            <a:spLocks noGrp="1"/>
          </p:cNvSpPr>
          <p:nvPr>
            <p:ph type="dt" sz="half" idx="10"/>
          </p:nvPr>
        </p:nvSpPr>
        <p:spPr/>
        <p:txBody>
          <a:bodyPr/>
          <a:lstStyle/>
          <a:p>
            <a:fld id="{954D7D1D-FD1B-45B3-850A-3943A44333EC}" type="datetime1">
              <a:rPr lang="zh-CN" altLang="en-US" smtClean="0"/>
              <a:pPr/>
              <a:t>2025/6/18</a:t>
            </a:fld>
            <a:endParaRPr lang="zh-CN" altLang="en-US"/>
          </a:p>
        </p:txBody>
      </p:sp>
      <p:sp>
        <p:nvSpPr>
          <p:cNvPr id="1048705" name="Footer Placeholder 4"/>
          <p:cNvSpPr>
            <a:spLocks noGrp="1"/>
          </p:cNvSpPr>
          <p:nvPr>
            <p:ph type="ftr" sz="quarter" idx="11"/>
          </p:nvPr>
        </p:nvSpPr>
        <p:spPr/>
        <p:txBody>
          <a:bodyPr/>
          <a:lstStyle/>
          <a:p>
            <a:endParaRPr lang="zh-CN" altLang="en-US"/>
          </a:p>
        </p:txBody>
      </p:sp>
      <p:sp>
        <p:nvSpPr>
          <p:cNvPr id="1048706" name="Slide Number Placeholder 5"/>
          <p:cNvSpPr>
            <a:spLocks noGrp="1"/>
          </p:cNvSpPr>
          <p:nvPr>
            <p:ph type="sldNum" sz="quarter" idx="12"/>
          </p:nvPr>
        </p:nvSpPr>
        <p:spPr/>
        <p:txBody>
          <a:bodyPr/>
          <a:lstStyle/>
          <a:p>
            <a:fld id="{D5B52ADC-5BFA-4FBD-BEE2-16096B7F4166}"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07" name="Title 1"/>
          <p:cNvSpPr>
            <a:spLocks noGrp="1"/>
          </p:cNvSpPr>
          <p:nvPr>
            <p:ph type="title"/>
          </p:nvPr>
        </p:nvSpPr>
        <p:spPr/>
        <p:txBody>
          <a:bodyPr/>
          <a:lstStyle/>
          <a:p>
            <a:r>
              <a:rPr lang="en-US" altLang="zh-CN"/>
              <a:t>Click to edit Master title style</a:t>
            </a:r>
            <a:endParaRPr lang="en-US" dirty="0"/>
          </a:p>
        </p:txBody>
      </p:sp>
      <p:sp>
        <p:nvSpPr>
          <p:cNvPr id="1048708" name="Content Placeholder 2"/>
          <p:cNvSpPr>
            <a:spLocks noGrp="1"/>
          </p:cNvSpPr>
          <p:nvPr>
            <p:ph sz="half" idx="1"/>
          </p:nvPr>
        </p:nvSpPr>
        <p:spPr>
          <a:xfrm>
            <a:off x="628650" y="1825625"/>
            <a:ext cx="38862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709" name="Content Placeholder 3"/>
          <p:cNvSpPr>
            <a:spLocks noGrp="1"/>
          </p:cNvSpPr>
          <p:nvPr>
            <p:ph sz="half" idx="2"/>
          </p:nvPr>
        </p:nvSpPr>
        <p:spPr>
          <a:xfrm>
            <a:off x="4629150" y="1825625"/>
            <a:ext cx="38862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710" name="Date Placeholder 4"/>
          <p:cNvSpPr>
            <a:spLocks noGrp="1"/>
          </p:cNvSpPr>
          <p:nvPr>
            <p:ph type="dt" sz="half" idx="10"/>
          </p:nvPr>
        </p:nvSpPr>
        <p:spPr/>
        <p:txBody>
          <a:bodyPr/>
          <a:lstStyle/>
          <a:p>
            <a:fld id="{D231740E-CEFB-41E1-8F17-4ACACE2FF29D}" type="datetime1">
              <a:rPr lang="zh-CN" altLang="en-US" smtClean="0"/>
              <a:pPr/>
              <a:t>2025/6/18</a:t>
            </a:fld>
            <a:endParaRPr lang="zh-CN" altLang="en-US"/>
          </a:p>
        </p:txBody>
      </p:sp>
      <p:sp>
        <p:nvSpPr>
          <p:cNvPr id="1048711" name="Footer Placeholder 5"/>
          <p:cNvSpPr>
            <a:spLocks noGrp="1"/>
          </p:cNvSpPr>
          <p:nvPr>
            <p:ph type="ftr" sz="quarter" idx="11"/>
          </p:nvPr>
        </p:nvSpPr>
        <p:spPr/>
        <p:txBody>
          <a:bodyPr/>
          <a:lstStyle/>
          <a:p>
            <a:endParaRPr lang="zh-CN" altLang="en-US"/>
          </a:p>
        </p:txBody>
      </p:sp>
      <p:sp>
        <p:nvSpPr>
          <p:cNvPr id="1048712" name="Slide Number Placeholder 6"/>
          <p:cNvSpPr>
            <a:spLocks noGrp="1"/>
          </p:cNvSpPr>
          <p:nvPr>
            <p:ph type="sldNum" sz="quarter" idx="12"/>
          </p:nvPr>
        </p:nvSpPr>
        <p:spPr/>
        <p:txBody>
          <a:bodyPr/>
          <a:lstStyle/>
          <a:p>
            <a:fld id="{D5B52ADC-5BFA-4FBD-BEE2-16096B7F4166}"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3" name="Title 1"/>
          <p:cNvSpPr>
            <a:spLocks noGrp="1"/>
          </p:cNvSpPr>
          <p:nvPr>
            <p:ph type="title"/>
          </p:nvPr>
        </p:nvSpPr>
        <p:spPr>
          <a:xfrm>
            <a:off x="629841" y="365126"/>
            <a:ext cx="7886700" cy="1325563"/>
          </a:xfrm>
        </p:spPr>
        <p:txBody>
          <a:bodyPr/>
          <a:lstStyle/>
          <a:p>
            <a:r>
              <a:rPr lang="en-US" altLang="zh-CN"/>
              <a:t>Click to edit Master title style</a:t>
            </a:r>
            <a:endParaRPr lang="en-US" dirty="0"/>
          </a:p>
        </p:txBody>
      </p:sp>
      <p:sp>
        <p:nvSpPr>
          <p:cNvPr id="1048714"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1048715" name="Content Placeholder 3"/>
          <p:cNvSpPr>
            <a:spLocks noGrp="1"/>
          </p:cNvSpPr>
          <p:nvPr>
            <p:ph sz="half" idx="2"/>
          </p:nvPr>
        </p:nvSpPr>
        <p:spPr>
          <a:xfrm>
            <a:off x="629842" y="2505075"/>
            <a:ext cx="3868340"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716"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1048717" name="Content Placeholder 5"/>
          <p:cNvSpPr>
            <a:spLocks noGrp="1"/>
          </p:cNvSpPr>
          <p:nvPr>
            <p:ph sz="quarter" idx="4"/>
          </p:nvPr>
        </p:nvSpPr>
        <p:spPr>
          <a:xfrm>
            <a:off x="4629150" y="2505075"/>
            <a:ext cx="3887391"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718" name="Date Placeholder 6"/>
          <p:cNvSpPr>
            <a:spLocks noGrp="1"/>
          </p:cNvSpPr>
          <p:nvPr>
            <p:ph type="dt" sz="half" idx="10"/>
          </p:nvPr>
        </p:nvSpPr>
        <p:spPr/>
        <p:txBody>
          <a:bodyPr/>
          <a:lstStyle/>
          <a:p>
            <a:fld id="{D4548A9E-98ED-4FA8-86CB-F3C5C7929CBD}" type="datetime1">
              <a:rPr lang="zh-CN" altLang="en-US" smtClean="0"/>
              <a:pPr/>
              <a:t>2025/6/18</a:t>
            </a:fld>
            <a:endParaRPr lang="zh-CN" altLang="en-US"/>
          </a:p>
        </p:txBody>
      </p:sp>
      <p:sp>
        <p:nvSpPr>
          <p:cNvPr id="1048719" name="Footer Placeholder 7"/>
          <p:cNvSpPr>
            <a:spLocks noGrp="1"/>
          </p:cNvSpPr>
          <p:nvPr>
            <p:ph type="ftr" sz="quarter" idx="11"/>
          </p:nvPr>
        </p:nvSpPr>
        <p:spPr/>
        <p:txBody>
          <a:bodyPr/>
          <a:lstStyle/>
          <a:p>
            <a:endParaRPr lang="zh-CN" altLang="en-US"/>
          </a:p>
        </p:txBody>
      </p:sp>
      <p:sp>
        <p:nvSpPr>
          <p:cNvPr id="1048720" name="Slide Number Placeholder 8"/>
          <p:cNvSpPr>
            <a:spLocks noGrp="1"/>
          </p:cNvSpPr>
          <p:nvPr>
            <p:ph type="sldNum" sz="quarter" idx="12"/>
          </p:nvPr>
        </p:nvSpPr>
        <p:spPr/>
        <p:txBody>
          <a:bodyPr/>
          <a:lstStyle/>
          <a:p>
            <a:fld id="{D5B52ADC-5BFA-4FBD-BEE2-16096B7F4166}"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77" name="Title 1"/>
          <p:cNvSpPr>
            <a:spLocks noGrp="1"/>
          </p:cNvSpPr>
          <p:nvPr>
            <p:ph type="title"/>
          </p:nvPr>
        </p:nvSpPr>
        <p:spPr/>
        <p:txBody>
          <a:bodyPr/>
          <a:lstStyle/>
          <a:p>
            <a:r>
              <a:rPr lang="en-US" altLang="zh-CN"/>
              <a:t>Click to edit Master title style</a:t>
            </a:r>
            <a:endParaRPr lang="en-US" dirty="0"/>
          </a:p>
        </p:txBody>
      </p:sp>
      <p:sp>
        <p:nvSpPr>
          <p:cNvPr id="1048678" name="Date Placeholder 2"/>
          <p:cNvSpPr>
            <a:spLocks noGrp="1"/>
          </p:cNvSpPr>
          <p:nvPr>
            <p:ph type="dt" sz="half" idx="10"/>
          </p:nvPr>
        </p:nvSpPr>
        <p:spPr/>
        <p:txBody>
          <a:bodyPr/>
          <a:lstStyle/>
          <a:p>
            <a:fld id="{5ACC871F-25FB-4CF9-83A7-EF94C693FF81}" type="datetime1">
              <a:rPr lang="zh-CN" altLang="en-US" smtClean="0"/>
              <a:pPr/>
              <a:t>2025/6/18</a:t>
            </a:fld>
            <a:endParaRPr lang="zh-CN" altLang="en-US"/>
          </a:p>
        </p:txBody>
      </p:sp>
      <p:sp>
        <p:nvSpPr>
          <p:cNvPr id="1048679" name="Footer Placeholder 3"/>
          <p:cNvSpPr>
            <a:spLocks noGrp="1"/>
          </p:cNvSpPr>
          <p:nvPr>
            <p:ph type="ftr" sz="quarter" idx="11"/>
          </p:nvPr>
        </p:nvSpPr>
        <p:spPr/>
        <p:txBody>
          <a:bodyPr/>
          <a:lstStyle/>
          <a:p>
            <a:endParaRPr lang="zh-CN" altLang="en-US"/>
          </a:p>
        </p:txBody>
      </p:sp>
      <p:sp>
        <p:nvSpPr>
          <p:cNvPr id="1048680" name="Slide Number Placeholder 4"/>
          <p:cNvSpPr>
            <a:spLocks noGrp="1"/>
          </p:cNvSpPr>
          <p:nvPr>
            <p:ph type="sldNum" sz="quarter" idx="12"/>
          </p:nvPr>
        </p:nvSpPr>
        <p:spPr/>
        <p:txBody>
          <a:bodyPr/>
          <a:lstStyle/>
          <a:p>
            <a:fld id="{D5B52ADC-5BFA-4FBD-BEE2-16096B7F4166}"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21" name="Date Placeholder 1"/>
          <p:cNvSpPr>
            <a:spLocks noGrp="1"/>
          </p:cNvSpPr>
          <p:nvPr>
            <p:ph type="dt" sz="half" idx="10"/>
          </p:nvPr>
        </p:nvSpPr>
        <p:spPr/>
        <p:txBody>
          <a:bodyPr/>
          <a:lstStyle/>
          <a:p>
            <a:fld id="{C87F8371-AB7F-4138-88A7-85A00A7F15BC}" type="datetime1">
              <a:rPr lang="zh-CN" altLang="en-US" smtClean="0"/>
              <a:pPr/>
              <a:t>2025/6/18</a:t>
            </a:fld>
            <a:endParaRPr lang="zh-CN" altLang="en-US"/>
          </a:p>
        </p:txBody>
      </p:sp>
      <p:sp>
        <p:nvSpPr>
          <p:cNvPr id="1048722" name="Footer Placeholder 2"/>
          <p:cNvSpPr>
            <a:spLocks noGrp="1"/>
          </p:cNvSpPr>
          <p:nvPr>
            <p:ph type="ftr" sz="quarter" idx="11"/>
          </p:nvPr>
        </p:nvSpPr>
        <p:spPr/>
        <p:txBody>
          <a:bodyPr/>
          <a:lstStyle/>
          <a:p>
            <a:endParaRPr lang="zh-CN" altLang="en-US"/>
          </a:p>
        </p:txBody>
      </p:sp>
      <p:sp>
        <p:nvSpPr>
          <p:cNvPr id="1048723" name="Slide Number Placeholder 3"/>
          <p:cNvSpPr>
            <a:spLocks noGrp="1"/>
          </p:cNvSpPr>
          <p:nvPr>
            <p:ph type="sldNum" sz="quarter" idx="12"/>
          </p:nvPr>
        </p:nvSpPr>
        <p:spPr/>
        <p:txBody>
          <a:bodyPr/>
          <a:lstStyle/>
          <a:p>
            <a:fld id="{D5B52ADC-5BFA-4FBD-BEE2-16096B7F4166}"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24" name="Title 1"/>
          <p:cNvSpPr>
            <a:spLocks noGrp="1"/>
          </p:cNvSpPr>
          <p:nvPr>
            <p:ph type="title"/>
          </p:nvPr>
        </p:nvSpPr>
        <p:spPr>
          <a:xfrm>
            <a:off x="629841" y="457200"/>
            <a:ext cx="2949178" cy="1600200"/>
          </a:xfrm>
        </p:spPr>
        <p:txBody>
          <a:bodyPr anchor="b"/>
          <a:lstStyle>
            <a:lvl1pPr>
              <a:defRPr sz="3200"/>
            </a:lvl1pPr>
          </a:lstStyle>
          <a:p>
            <a:r>
              <a:rPr lang="en-US" altLang="zh-CN"/>
              <a:t>Click to edit Master title style</a:t>
            </a:r>
            <a:endParaRPr lang="en-US" dirty="0"/>
          </a:p>
        </p:txBody>
      </p:sp>
      <p:sp>
        <p:nvSpPr>
          <p:cNvPr id="1048725"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726"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1048727" name="Date Placeholder 4"/>
          <p:cNvSpPr>
            <a:spLocks noGrp="1"/>
          </p:cNvSpPr>
          <p:nvPr>
            <p:ph type="dt" sz="half" idx="10"/>
          </p:nvPr>
        </p:nvSpPr>
        <p:spPr/>
        <p:txBody>
          <a:bodyPr/>
          <a:lstStyle/>
          <a:p>
            <a:fld id="{F6E53FEF-30C6-4083-B1BB-58E7842C710C}" type="datetime1">
              <a:rPr lang="zh-CN" altLang="en-US" smtClean="0"/>
              <a:pPr/>
              <a:t>2025/6/18</a:t>
            </a:fld>
            <a:endParaRPr lang="zh-CN" altLang="en-US"/>
          </a:p>
        </p:txBody>
      </p:sp>
      <p:sp>
        <p:nvSpPr>
          <p:cNvPr id="1048728" name="Footer Placeholder 5"/>
          <p:cNvSpPr>
            <a:spLocks noGrp="1"/>
          </p:cNvSpPr>
          <p:nvPr>
            <p:ph type="ftr" sz="quarter" idx="11"/>
          </p:nvPr>
        </p:nvSpPr>
        <p:spPr/>
        <p:txBody>
          <a:bodyPr/>
          <a:lstStyle/>
          <a:p>
            <a:endParaRPr lang="zh-CN" altLang="en-US"/>
          </a:p>
        </p:txBody>
      </p:sp>
      <p:sp>
        <p:nvSpPr>
          <p:cNvPr id="1048729" name="Slide Number Placeholder 6"/>
          <p:cNvSpPr>
            <a:spLocks noGrp="1"/>
          </p:cNvSpPr>
          <p:nvPr>
            <p:ph type="sldNum" sz="quarter" idx="12"/>
          </p:nvPr>
        </p:nvSpPr>
        <p:spPr/>
        <p:txBody>
          <a:bodyPr/>
          <a:lstStyle/>
          <a:p>
            <a:fld id="{D5B52ADC-5BFA-4FBD-BEE2-16096B7F4166}"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91" name="Title 1"/>
          <p:cNvSpPr>
            <a:spLocks noGrp="1"/>
          </p:cNvSpPr>
          <p:nvPr>
            <p:ph type="title"/>
          </p:nvPr>
        </p:nvSpPr>
        <p:spPr>
          <a:xfrm>
            <a:off x="629841" y="457200"/>
            <a:ext cx="2949178" cy="1600200"/>
          </a:xfrm>
        </p:spPr>
        <p:txBody>
          <a:bodyPr anchor="b"/>
          <a:lstStyle>
            <a:lvl1pPr>
              <a:defRPr sz="3200"/>
            </a:lvl1pPr>
          </a:lstStyle>
          <a:p>
            <a:r>
              <a:rPr lang="en-US" altLang="zh-CN"/>
              <a:t>Click to edit Master title style</a:t>
            </a:r>
            <a:endParaRPr lang="en-US" dirty="0"/>
          </a:p>
        </p:txBody>
      </p:sp>
      <p:sp>
        <p:nvSpPr>
          <p:cNvPr id="1048692"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a:t>Click icon to add picture</a:t>
            </a:r>
            <a:endParaRPr lang="en-US" dirty="0"/>
          </a:p>
        </p:txBody>
      </p:sp>
      <p:sp>
        <p:nvSpPr>
          <p:cNvPr id="1048693"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1048694" name="Date Placeholder 4"/>
          <p:cNvSpPr>
            <a:spLocks noGrp="1"/>
          </p:cNvSpPr>
          <p:nvPr>
            <p:ph type="dt" sz="half" idx="10"/>
          </p:nvPr>
        </p:nvSpPr>
        <p:spPr/>
        <p:txBody>
          <a:bodyPr/>
          <a:lstStyle/>
          <a:p>
            <a:fld id="{3ADFA015-84CC-41F6-9589-4D4C0C05CAE3}" type="datetime1">
              <a:rPr lang="zh-CN" altLang="en-US" smtClean="0"/>
              <a:pPr/>
              <a:t>2025/6/18</a:t>
            </a:fld>
            <a:endParaRPr lang="zh-CN" altLang="en-US"/>
          </a:p>
        </p:txBody>
      </p:sp>
      <p:sp>
        <p:nvSpPr>
          <p:cNvPr id="1048695" name="Footer Placeholder 5"/>
          <p:cNvSpPr>
            <a:spLocks noGrp="1"/>
          </p:cNvSpPr>
          <p:nvPr>
            <p:ph type="ftr" sz="quarter" idx="11"/>
          </p:nvPr>
        </p:nvSpPr>
        <p:spPr/>
        <p:txBody>
          <a:bodyPr/>
          <a:lstStyle/>
          <a:p>
            <a:endParaRPr lang="zh-CN" altLang="en-US"/>
          </a:p>
        </p:txBody>
      </p:sp>
      <p:sp>
        <p:nvSpPr>
          <p:cNvPr id="1048696" name="Slide Number Placeholder 6"/>
          <p:cNvSpPr>
            <a:spLocks noGrp="1"/>
          </p:cNvSpPr>
          <p:nvPr>
            <p:ph type="sldNum" sz="quarter" idx="12"/>
          </p:nvPr>
        </p:nvSpPr>
        <p:spPr/>
        <p:txBody>
          <a:bodyPr/>
          <a:lstStyle/>
          <a:p>
            <a:fld id="{D5B52ADC-5BFA-4FBD-BEE2-16096B7F4166}"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97" name="Title 1"/>
          <p:cNvSpPr>
            <a:spLocks noGrp="1"/>
          </p:cNvSpPr>
          <p:nvPr>
            <p:ph type="title"/>
          </p:nvPr>
        </p:nvSpPr>
        <p:spPr/>
        <p:txBody>
          <a:bodyPr/>
          <a:lstStyle/>
          <a:p>
            <a:r>
              <a:rPr lang="en-US" altLang="zh-CN"/>
              <a:t>Click to edit Master title style</a:t>
            </a:r>
            <a:endParaRPr lang="en-US" dirty="0"/>
          </a:p>
        </p:txBody>
      </p:sp>
      <p:sp>
        <p:nvSpPr>
          <p:cNvPr id="1048698"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699" name="Date Placeholder 3"/>
          <p:cNvSpPr>
            <a:spLocks noGrp="1"/>
          </p:cNvSpPr>
          <p:nvPr>
            <p:ph type="dt" sz="half" idx="10"/>
          </p:nvPr>
        </p:nvSpPr>
        <p:spPr/>
        <p:txBody>
          <a:bodyPr/>
          <a:lstStyle/>
          <a:p>
            <a:fld id="{B04CD6CC-5131-4DDD-968F-482D9052C975}" type="datetime1">
              <a:rPr lang="zh-CN" altLang="en-US" smtClean="0"/>
              <a:pPr/>
              <a:t>2025/6/18</a:t>
            </a:fld>
            <a:endParaRPr lang="zh-CN" altLang="en-US"/>
          </a:p>
        </p:txBody>
      </p:sp>
      <p:sp>
        <p:nvSpPr>
          <p:cNvPr id="1048700" name="Footer Placeholder 4"/>
          <p:cNvSpPr>
            <a:spLocks noGrp="1"/>
          </p:cNvSpPr>
          <p:nvPr>
            <p:ph type="ftr" sz="quarter" idx="11"/>
          </p:nvPr>
        </p:nvSpPr>
        <p:spPr/>
        <p:txBody>
          <a:bodyPr/>
          <a:lstStyle/>
          <a:p>
            <a:endParaRPr lang="zh-CN" altLang="en-US"/>
          </a:p>
        </p:txBody>
      </p:sp>
      <p:sp>
        <p:nvSpPr>
          <p:cNvPr id="1048701" name="Slide Number Placeholder 5"/>
          <p:cNvSpPr>
            <a:spLocks noGrp="1"/>
          </p:cNvSpPr>
          <p:nvPr>
            <p:ph type="sldNum" sz="quarter" idx="12"/>
          </p:nvPr>
        </p:nvSpPr>
        <p:spPr/>
        <p:txBody>
          <a:bodyPr/>
          <a:lstStyle/>
          <a:p>
            <a:fld id="{D5B52ADC-5BFA-4FBD-BEE2-16096B7F4166}"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81" name="Vertical Title 1"/>
          <p:cNvSpPr>
            <a:spLocks noGrp="1"/>
          </p:cNvSpPr>
          <p:nvPr>
            <p:ph type="title" orient="vert"/>
          </p:nvPr>
        </p:nvSpPr>
        <p:spPr>
          <a:xfrm>
            <a:off x="6543675" y="365125"/>
            <a:ext cx="1971675" cy="5811838"/>
          </a:xfrm>
        </p:spPr>
        <p:txBody>
          <a:bodyPr vert="eaVert"/>
          <a:lstStyle/>
          <a:p>
            <a:r>
              <a:rPr lang="en-US" altLang="zh-CN"/>
              <a:t>Click to edit Master title style</a:t>
            </a:r>
            <a:endParaRPr lang="en-US" dirty="0"/>
          </a:p>
        </p:txBody>
      </p:sp>
      <p:sp>
        <p:nvSpPr>
          <p:cNvPr id="1048682" name="Vertical Text Placeholder 2"/>
          <p:cNvSpPr>
            <a:spLocks noGrp="1"/>
          </p:cNvSpPr>
          <p:nvPr>
            <p:ph type="body" orient="vert" idx="1"/>
          </p:nvPr>
        </p:nvSpPr>
        <p:spPr>
          <a:xfrm>
            <a:off x="628650" y="365125"/>
            <a:ext cx="5800725"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683" name="Date Placeholder 3"/>
          <p:cNvSpPr>
            <a:spLocks noGrp="1"/>
          </p:cNvSpPr>
          <p:nvPr>
            <p:ph type="dt" sz="half" idx="10"/>
          </p:nvPr>
        </p:nvSpPr>
        <p:spPr/>
        <p:txBody>
          <a:bodyPr/>
          <a:lstStyle/>
          <a:p>
            <a:fld id="{7E97E94E-1D00-4834-868F-19713BCE1EAE}" type="datetime1">
              <a:rPr lang="zh-CN" altLang="en-US" smtClean="0"/>
              <a:pPr/>
              <a:t>2025/6/18</a:t>
            </a:fld>
            <a:endParaRPr lang="zh-CN" altLang="en-US"/>
          </a:p>
        </p:txBody>
      </p:sp>
      <p:sp>
        <p:nvSpPr>
          <p:cNvPr id="1048684" name="Footer Placeholder 4"/>
          <p:cNvSpPr>
            <a:spLocks noGrp="1"/>
          </p:cNvSpPr>
          <p:nvPr>
            <p:ph type="ftr" sz="quarter" idx="11"/>
          </p:nvPr>
        </p:nvSpPr>
        <p:spPr/>
        <p:txBody>
          <a:bodyPr/>
          <a:lstStyle/>
          <a:p>
            <a:endParaRPr lang="zh-CN" altLang="en-US"/>
          </a:p>
        </p:txBody>
      </p:sp>
      <p:sp>
        <p:nvSpPr>
          <p:cNvPr id="1048685" name="Slide Number Placeholder 5"/>
          <p:cNvSpPr>
            <a:spLocks noGrp="1"/>
          </p:cNvSpPr>
          <p:nvPr>
            <p:ph type="sldNum" sz="quarter" idx="12"/>
          </p:nvPr>
        </p:nvSpPr>
        <p:spPr/>
        <p:txBody>
          <a:bodyPr/>
          <a:lstStyle/>
          <a:p>
            <a:fld id="{D5B52ADC-5BFA-4FBD-BEE2-16096B7F4166}"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ltLang="zh-CN"/>
              <a:t>Click to edit Master title style</a:t>
            </a:r>
            <a:endParaRPr lang="en-US" dirty="0"/>
          </a:p>
        </p:txBody>
      </p:sp>
      <p:sp>
        <p:nvSpPr>
          <p:cNvPr id="1048577"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578"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CAC798-AD3A-434C-BE4E-6DAEFD1AD9B9}" type="datetime1">
              <a:rPr lang="zh-CN" altLang="en-US" smtClean="0"/>
              <a:pPr/>
              <a:t>2025/6/18</a:t>
            </a:fld>
            <a:endParaRPr lang="zh-CN" altLang="en-US"/>
          </a:p>
        </p:txBody>
      </p:sp>
      <p:sp>
        <p:nvSpPr>
          <p:cNvPr id="1048579"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048580"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B52ADC-5BFA-4FBD-BEE2-16096B7F4166}"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1048586" name="Slide Number Placeholder 1"/>
          <p:cNvSpPr>
            <a:spLocks noGrp="1"/>
          </p:cNvSpPr>
          <p:nvPr>
            <p:ph type="sldNum" sz="quarter" idx="12"/>
          </p:nvPr>
        </p:nvSpPr>
        <p:spPr/>
        <p:txBody>
          <a:bodyPr/>
          <a:lstStyle/>
          <a:p>
            <a:fld id="{D5B52ADC-5BFA-4FBD-BEE2-16096B7F4166}" type="slidenum">
              <a:rPr lang="zh-CN" altLang="en-US" smtClean="0"/>
              <a:pPr/>
              <a:t>1</a:t>
            </a:fld>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1048587" name="TextBox 1048593"/>
          <p:cNvSpPr txBox="1"/>
          <p:nvPr/>
        </p:nvSpPr>
        <p:spPr>
          <a:xfrm>
            <a:off x="1734644" y="406952"/>
            <a:ext cx="7322147" cy="461665"/>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2400" dirty="0" smtClean="0">
                <a:solidFill>
                  <a:srgbClr val="000000"/>
                </a:solidFill>
                <a:latin typeface="Times New Roman" panose="02020603050405020304" pitchFamily="18" charset="0"/>
                <a:cs typeface="Times New Roman" panose="02020603050405020304" pitchFamily="18" charset="0"/>
              </a:rPr>
              <a:t>TALLA PADMAVATHI </a:t>
            </a:r>
            <a:r>
              <a:rPr lang="en-US" sz="2400" dirty="0">
                <a:solidFill>
                  <a:srgbClr val="000000"/>
                </a:solidFill>
                <a:latin typeface="Times New Roman" panose="02020603050405020304" pitchFamily="18" charset="0"/>
                <a:cs typeface="Times New Roman" panose="02020603050405020304" pitchFamily="18" charset="0"/>
              </a:rPr>
              <a:t>COLLEGE OF ENGINEERING</a:t>
            </a:r>
          </a:p>
        </p:txBody>
      </p:sp>
      <p:sp>
        <p:nvSpPr>
          <p:cNvPr id="1048588" name="TextBox 1048594"/>
          <p:cNvSpPr txBox="1"/>
          <p:nvPr/>
        </p:nvSpPr>
        <p:spPr>
          <a:xfrm>
            <a:off x="1848255" y="1922202"/>
            <a:ext cx="7438217" cy="369332"/>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just"/>
            <a:r>
              <a:rPr lang="en-US" dirty="0" smtClean="0">
                <a:solidFill>
                  <a:srgbClr val="000000"/>
                </a:solidFill>
                <a:latin typeface="Times New Roman" panose="02020603050405020304" pitchFamily="18" charset="0"/>
                <a:cs typeface="Times New Roman" panose="02020603050405020304" pitchFamily="18" charset="0"/>
              </a:rPr>
              <a:t>  DEPARTMENT </a:t>
            </a:r>
            <a:r>
              <a:rPr lang="en-US" dirty="0">
                <a:solidFill>
                  <a:srgbClr val="000000"/>
                </a:solidFill>
                <a:latin typeface="Times New Roman" panose="02020603050405020304" pitchFamily="18" charset="0"/>
                <a:cs typeface="Times New Roman" panose="02020603050405020304" pitchFamily="18" charset="0"/>
              </a:rPr>
              <a:t>OF COMPUTER SCIENCE AND ENGINEERING</a:t>
            </a:r>
          </a:p>
        </p:txBody>
      </p:sp>
      <p:sp>
        <p:nvSpPr>
          <p:cNvPr id="1048589" name="TextBox 1048595"/>
          <p:cNvSpPr txBox="1"/>
          <p:nvPr/>
        </p:nvSpPr>
        <p:spPr>
          <a:xfrm>
            <a:off x="4105468" y="862424"/>
            <a:ext cx="4005589" cy="461665"/>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2400" dirty="0">
                <a:solidFill>
                  <a:srgbClr val="000000"/>
                </a:solidFill>
                <a:latin typeface="Times New Roman" panose="02020603050405020304" pitchFamily="18" charset="0"/>
                <a:cs typeface="Times New Roman" panose="02020603050405020304" pitchFamily="18" charset="0"/>
              </a:rPr>
              <a:t>AUTONOMOUS</a:t>
            </a:r>
          </a:p>
        </p:txBody>
      </p:sp>
      <p:sp>
        <p:nvSpPr>
          <p:cNvPr id="1048590" name="TextBox 1048596"/>
          <p:cNvSpPr txBox="1"/>
          <p:nvPr/>
        </p:nvSpPr>
        <p:spPr>
          <a:xfrm>
            <a:off x="1343608" y="2309628"/>
            <a:ext cx="7624215" cy="400110"/>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just"/>
            <a:r>
              <a:rPr lang="en-US" sz="2000" b="1" dirty="0" smtClean="0">
                <a:latin typeface="Times New Roman" panose="02020603050405020304" pitchFamily="18" charset="0"/>
                <a:cs typeface="Times New Roman" panose="02020603050405020304" pitchFamily="18" charset="0"/>
              </a:rPr>
              <a:t>   INDUSTRIAL </a:t>
            </a:r>
            <a:r>
              <a:rPr lang="en-US" sz="2000" b="1" dirty="0">
                <a:latin typeface="Times New Roman" panose="02020603050405020304" pitchFamily="18" charset="0"/>
                <a:cs typeface="Times New Roman" panose="02020603050405020304" pitchFamily="18" charset="0"/>
              </a:rPr>
              <a:t>ORIENTED MINI </a:t>
            </a:r>
            <a:r>
              <a:rPr lang="en-US" sz="2000" b="1" dirty="0">
                <a:solidFill>
                  <a:srgbClr val="000000"/>
                </a:solidFill>
                <a:latin typeface="Times New Roman" panose="02020603050405020304" pitchFamily="18" charset="0"/>
                <a:cs typeface="Times New Roman" panose="02020603050405020304" pitchFamily="18" charset="0"/>
              </a:rPr>
              <a:t>PROJECT PRESENTATION</a:t>
            </a:r>
          </a:p>
        </p:txBody>
      </p:sp>
      <p:sp>
        <p:nvSpPr>
          <p:cNvPr id="1048591" name="TextBox 1048597"/>
          <p:cNvSpPr txBox="1"/>
          <p:nvPr/>
        </p:nvSpPr>
        <p:spPr>
          <a:xfrm>
            <a:off x="4254759" y="2691642"/>
            <a:ext cx="4044210" cy="400110"/>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2000" b="1" dirty="0">
                <a:solidFill>
                  <a:srgbClr val="000000"/>
                </a:solidFill>
                <a:latin typeface="Times New Roman" panose="02020603050405020304" pitchFamily="18" charset="0"/>
                <a:cs typeface="Times New Roman" panose="02020603050405020304" pitchFamily="18" charset="0"/>
              </a:rPr>
              <a:t>ON</a:t>
            </a:r>
          </a:p>
        </p:txBody>
      </p:sp>
      <p:sp>
        <p:nvSpPr>
          <p:cNvPr id="1048592" name="TextBox 1048598"/>
          <p:cNvSpPr txBox="1"/>
          <p:nvPr/>
        </p:nvSpPr>
        <p:spPr>
          <a:xfrm>
            <a:off x="1343609" y="3091753"/>
            <a:ext cx="7942862" cy="461665"/>
          </a:xfrm>
          <a:prstGeom prst="rect">
            <a:avLst/>
          </a:prstGeom>
        </p:spPr>
        <p:txBody>
          <a:bodyPr wrap="square" rtlCol="0">
            <a:spAutoFit/>
          </a:bodyPr>
          <a:lstStyle/>
          <a:p>
            <a:r>
              <a:rPr lang="en-US" sz="2400" b="1" dirty="0" smtClean="0">
                <a:solidFill>
                  <a:srgbClr val="BF0000"/>
                </a:solidFill>
                <a:latin typeface="Times New Roman" panose="02020603050405020304" pitchFamily="18" charset="0"/>
                <a:cs typeface="Times New Roman" panose="02020603050405020304" pitchFamily="18" charset="0"/>
              </a:rPr>
              <a:t>  DEEPFAKE </a:t>
            </a:r>
            <a:r>
              <a:rPr lang="en-US" sz="2400" b="1" dirty="0">
                <a:solidFill>
                  <a:srgbClr val="BF0000"/>
                </a:solidFill>
                <a:latin typeface="Times New Roman" panose="02020603050405020304" pitchFamily="18" charset="0"/>
                <a:cs typeface="Times New Roman" panose="02020603050405020304" pitchFamily="18" charset="0"/>
              </a:rPr>
              <a:t>VIDEOS DETECTION USING GAN</a:t>
            </a:r>
          </a:p>
        </p:txBody>
      </p:sp>
      <p:sp>
        <p:nvSpPr>
          <p:cNvPr id="1048593" name="TextBox 1048599"/>
          <p:cNvSpPr txBox="1"/>
          <p:nvPr/>
        </p:nvSpPr>
        <p:spPr>
          <a:xfrm rot="10800000" flipV="1">
            <a:off x="3900196" y="3666172"/>
            <a:ext cx="3924860" cy="400110"/>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2000" dirty="0">
                <a:solidFill>
                  <a:srgbClr val="000000"/>
                </a:solidFill>
                <a:latin typeface="Times New Roman" panose="02020603050405020304" pitchFamily="18" charset="0"/>
                <a:cs typeface="Times New Roman" panose="02020603050405020304" pitchFamily="18" charset="0"/>
              </a:rPr>
              <a:t>BATCH -06</a:t>
            </a:r>
          </a:p>
        </p:txBody>
      </p:sp>
      <p:sp>
        <p:nvSpPr>
          <p:cNvPr id="1048594" name="TextBox 1048600"/>
          <p:cNvSpPr txBox="1"/>
          <p:nvPr/>
        </p:nvSpPr>
        <p:spPr>
          <a:xfrm>
            <a:off x="261255" y="4066282"/>
            <a:ext cx="4903718" cy="461665"/>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just"/>
            <a:r>
              <a:rPr lang="en-US" sz="2400" dirty="0">
                <a:solidFill>
                  <a:srgbClr val="000000"/>
                </a:solidFill>
                <a:latin typeface="Times New Roman" panose="02020603050405020304" pitchFamily="18" charset="0"/>
                <a:cs typeface="Times New Roman" panose="02020603050405020304" pitchFamily="18" charset="0"/>
              </a:rPr>
              <a:t>Under The Guidance of</a:t>
            </a:r>
          </a:p>
        </p:txBody>
      </p:sp>
      <p:sp>
        <p:nvSpPr>
          <p:cNvPr id="1048595" name="TextBox 1048601"/>
          <p:cNvSpPr txBox="1"/>
          <p:nvPr/>
        </p:nvSpPr>
        <p:spPr>
          <a:xfrm>
            <a:off x="261255" y="4527948"/>
            <a:ext cx="4283030" cy="830997"/>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2400" dirty="0" smtClean="0">
                <a:solidFill>
                  <a:srgbClr val="000000"/>
                </a:solidFill>
                <a:latin typeface="Times New Roman" panose="02020603050405020304" pitchFamily="18" charset="0"/>
                <a:cs typeface="Times New Roman" panose="02020603050405020304" pitchFamily="18" charset="0"/>
              </a:rPr>
              <a:t>Mrs</a:t>
            </a:r>
            <a:r>
              <a:rPr lang="en-US" sz="2400" dirty="0">
                <a:solidFill>
                  <a:srgbClr val="000000"/>
                </a:solidFill>
                <a:latin typeface="Times New Roman" panose="02020603050405020304" pitchFamily="18" charset="0"/>
                <a:cs typeface="Times New Roman" panose="02020603050405020304" pitchFamily="18" charset="0"/>
              </a:rPr>
              <a:t>. N. </a:t>
            </a:r>
            <a:r>
              <a:rPr lang="en-US" sz="2400" dirty="0" err="1" smtClean="0">
                <a:solidFill>
                  <a:srgbClr val="000000"/>
                </a:solidFill>
                <a:latin typeface="Times New Roman" panose="02020603050405020304" pitchFamily="18" charset="0"/>
                <a:cs typeface="Times New Roman" panose="02020603050405020304" pitchFamily="18" charset="0"/>
              </a:rPr>
              <a:t>Sandhya</a:t>
            </a:r>
            <a:endParaRPr lang="en-US" sz="2400" dirty="0" smtClean="0">
              <a:solidFill>
                <a:srgbClr val="000000"/>
              </a:solidFill>
              <a:latin typeface="Times New Roman" panose="02020603050405020304" pitchFamily="18" charset="0"/>
              <a:cs typeface="Times New Roman" panose="02020603050405020304" pitchFamily="18" charset="0"/>
            </a:endParaRPr>
          </a:p>
          <a:p>
            <a:endParaRPr lang="en-US" sz="2400" dirty="0">
              <a:solidFill>
                <a:srgbClr val="000000"/>
              </a:solidFill>
              <a:latin typeface="Times New Roman" panose="02020603050405020304" pitchFamily="18" charset="0"/>
              <a:cs typeface="Times New Roman" panose="02020603050405020304" pitchFamily="18" charset="0"/>
            </a:endParaRPr>
          </a:p>
        </p:txBody>
      </p:sp>
      <p:sp>
        <p:nvSpPr>
          <p:cNvPr id="1048596" name="TextBox 1048602"/>
          <p:cNvSpPr txBox="1"/>
          <p:nvPr/>
        </p:nvSpPr>
        <p:spPr>
          <a:xfrm rot="10800000" flipV="1">
            <a:off x="261254" y="4980296"/>
            <a:ext cx="3293704" cy="461665"/>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2400" dirty="0" smtClean="0">
                <a:solidFill>
                  <a:srgbClr val="000000"/>
                </a:solidFill>
                <a:latin typeface="Times New Roman" panose="02020603050405020304" pitchFamily="18" charset="0"/>
                <a:cs typeface="Times New Roman" panose="02020603050405020304" pitchFamily="18" charset="0"/>
              </a:rPr>
              <a:t>Assistant </a:t>
            </a:r>
            <a:r>
              <a:rPr lang="en-US" sz="2400" dirty="0">
                <a:solidFill>
                  <a:srgbClr val="000000"/>
                </a:solidFill>
                <a:latin typeface="Times New Roman" panose="02020603050405020304" pitchFamily="18" charset="0"/>
                <a:cs typeface="Times New Roman" panose="02020603050405020304" pitchFamily="18" charset="0"/>
              </a:rPr>
              <a:t>Professor-CSE</a:t>
            </a:r>
          </a:p>
        </p:txBody>
      </p:sp>
      <p:sp>
        <p:nvSpPr>
          <p:cNvPr id="1048597" name="TextBox 1048603"/>
          <p:cNvSpPr txBox="1"/>
          <p:nvPr/>
        </p:nvSpPr>
        <p:spPr>
          <a:xfrm>
            <a:off x="4730621" y="4150749"/>
            <a:ext cx="7157402" cy="461665"/>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2400" dirty="0">
                <a:solidFill>
                  <a:srgbClr val="000000"/>
                </a:solidFill>
                <a:latin typeface="Times New Roman" panose="02020603050405020304" pitchFamily="18" charset="0"/>
                <a:cs typeface="Times New Roman" panose="02020603050405020304" pitchFamily="18" charset="0"/>
              </a:rPr>
              <a:t>Team members</a:t>
            </a:r>
          </a:p>
        </p:txBody>
      </p:sp>
      <p:sp>
        <p:nvSpPr>
          <p:cNvPr id="1048598" name="TextBox 1048604"/>
          <p:cNvSpPr txBox="1"/>
          <p:nvPr/>
        </p:nvSpPr>
        <p:spPr>
          <a:xfrm>
            <a:off x="4730621" y="4568953"/>
            <a:ext cx="4555850" cy="1569660"/>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2400" dirty="0">
                <a:solidFill>
                  <a:srgbClr val="000000"/>
                </a:solidFill>
                <a:latin typeface="Times New Roman" panose="02020603050405020304" pitchFamily="18" charset="0"/>
                <a:cs typeface="Times New Roman" panose="02020603050405020304" pitchFamily="18" charset="0"/>
              </a:rPr>
              <a:t>23UC5A0503-K</a:t>
            </a:r>
            <a:r>
              <a:rPr lang="en-US" sz="2400" dirty="0" smtClean="0">
                <a:solidFill>
                  <a:srgbClr val="000000"/>
                </a:solidFill>
                <a:latin typeface="Times New Roman" panose="02020603050405020304" pitchFamily="18" charset="0"/>
                <a:cs typeface="Times New Roman" panose="02020603050405020304" pitchFamily="18" charset="0"/>
              </a:rPr>
              <a:t>. </a:t>
            </a:r>
            <a:r>
              <a:rPr lang="en-US" sz="2400" dirty="0" err="1" smtClean="0">
                <a:solidFill>
                  <a:srgbClr val="000000"/>
                </a:solidFill>
                <a:latin typeface="Times New Roman" panose="02020603050405020304" pitchFamily="18" charset="0"/>
                <a:cs typeface="Times New Roman" panose="02020603050405020304" pitchFamily="18" charset="0"/>
              </a:rPr>
              <a:t>Pavithra</a:t>
            </a:r>
            <a:r>
              <a:rPr lang="en-US" sz="2400" dirty="0" smtClean="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
22UC1A0527-M</a:t>
            </a:r>
            <a:r>
              <a:rPr lang="en-US" sz="2400" dirty="0" smtClean="0">
                <a:solidFill>
                  <a:srgbClr val="000000"/>
                </a:solidFill>
                <a:latin typeface="Times New Roman" panose="02020603050405020304" pitchFamily="18" charset="0"/>
                <a:cs typeface="Times New Roman" panose="02020603050405020304" pitchFamily="18" charset="0"/>
              </a:rPr>
              <a:t>. Anil</a:t>
            </a:r>
            <a:r>
              <a:rPr lang="en-US" sz="2400" dirty="0">
                <a:solidFill>
                  <a:srgbClr val="000000"/>
                </a:solidFill>
                <a:latin typeface="Times New Roman" panose="02020603050405020304" pitchFamily="18" charset="0"/>
                <a:cs typeface="Times New Roman" panose="02020603050405020304" pitchFamily="18" charset="0"/>
              </a:rPr>
              <a:t>
22UC1A0547-V</a:t>
            </a:r>
            <a:r>
              <a:rPr lang="en-US" sz="2400" dirty="0" smtClean="0">
                <a:solidFill>
                  <a:srgbClr val="000000"/>
                </a:solidFill>
                <a:latin typeface="Times New Roman" panose="02020603050405020304" pitchFamily="18" charset="0"/>
                <a:cs typeface="Times New Roman" panose="02020603050405020304" pitchFamily="18" charset="0"/>
              </a:rPr>
              <a:t>. </a:t>
            </a:r>
            <a:r>
              <a:rPr lang="en-US" sz="2400" dirty="0" err="1" smtClean="0">
                <a:solidFill>
                  <a:srgbClr val="000000"/>
                </a:solidFill>
                <a:latin typeface="Times New Roman" panose="02020603050405020304" pitchFamily="18" charset="0"/>
                <a:cs typeface="Times New Roman" panose="02020603050405020304" pitchFamily="18" charset="0"/>
              </a:rPr>
              <a:t>Shivani</a:t>
            </a:r>
            <a:r>
              <a:rPr lang="en-US" sz="2400" dirty="0">
                <a:solidFill>
                  <a:srgbClr val="000000"/>
                </a:solidFill>
                <a:latin typeface="Times New Roman" panose="02020603050405020304" pitchFamily="18" charset="0"/>
                <a:cs typeface="Times New Roman" panose="02020603050405020304" pitchFamily="18" charset="0"/>
              </a:rPr>
              <a:t>
22UC1A0507-B.Vishnu Vardhan</a:t>
            </a:r>
          </a:p>
        </p:txBody>
      </p:sp>
      <p:pic>
        <p:nvPicPr>
          <p:cNvPr id="2097152" name="Picture 2097152"/>
          <p:cNvPicPr>
            <a:picLocks/>
          </p:cNvPicPr>
          <p:nvPr/>
        </p:nvPicPr>
        <p:blipFill>
          <a:blip r:embed="rId3" cstate="print"/>
          <a:srcRect l="1195" r="1195"/>
          <a:stretch>
            <a:fillRect/>
          </a:stretch>
        </p:blipFill>
        <p:spPr>
          <a:xfrm>
            <a:off x="176177" y="755782"/>
            <a:ext cx="1558468" cy="1353826"/>
          </a:xfrm>
          <a:prstGeom prst="rect">
            <a:avLst/>
          </a:prstGeom>
        </p:spPr>
      </p:pic>
      <p:sp>
        <p:nvSpPr>
          <p:cNvPr id="1048599" name="TextBox 1"/>
          <p:cNvSpPr txBox="1"/>
          <p:nvPr/>
        </p:nvSpPr>
        <p:spPr>
          <a:xfrm>
            <a:off x="2023353" y="1194318"/>
            <a:ext cx="6984323" cy="1200329"/>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Somidi,</a:t>
            </a:r>
            <a:r>
              <a:rPr lang="en-US" dirty="0" err="1">
                <a:latin typeface="Times New Roman" panose="02020603050405020304" pitchFamily="18" charset="0"/>
                <a:cs typeface="Times New Roman" panose="02020603050405020304" pitchFamily="18" charset="0"/>
              </a:rPr>
              <a:t>kazipet</a:t>
            </a:r>
            <a:r>
              <a:rPr lang="en-US"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506003</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Approved by AICTE, New Delhi, Affiliated to </a:t>
            </a:r>
            <a:r>
              <a:rPr lang="en-US" sz="1800" dirty="0" smtClean="0">
                <a:latin typeface="Times New Roman" panose="02020603050405020304" pitchFamily="18" charset="0"/>
                <a:cs typeface="Times New Roman" panose="02020603050405020304" pitchFamily="18" charset="0"/>
              </a:rPr>
              <a:t>JNTUH, </a:t>
            </a:r>
            <a:r>
              <a:rPr lang="en-US" sz="1800" dirty="0">
                <a:latin typeface="Times New Roman" panose="02020603050405020304" pitchFamily="18" charset="0"/>
                <a:cs typeface="Times New Roman" panose="02020603050405020304" pitchFamily="18" charset="0"/>
              </a:rPr>
              <a:t>Hyderabad</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1048600" name="Slide Number Placeholder 2"/>
          <p:cNvSpPr>
            <a:spLocks noGrp="1"/>
          </p:cNvSpPr>
          <p:nvPr>
            <p:ph type="sldNum" sz="quarter" idx="12"/>
          </p:nvPr>
        </p:nvSpPr>
        <p:spPr/>
        <p:txBody>
          <a:bodyPr/>
          <a:lstStyle/>
          <a:p>
            <a:fld id="{D5B52ADC-5BFA-4FBD-BEE2-16096B7F4166}" type="slidenum">
              <a:rPr lang="zh-CN" altLang="en-US" smtClean="0"/>
              <a:pPr/>
              <a:t>2</a:t>
            </a:fld>
            <a:endParaRPr lang="zh-CN"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1048601" name="TextBox 1048591"/>
          <p:cNvSpPr txBox="1"/>
          <p:nvPr/>
        </p:nvSpPr>
        <p:spPr>
          <a:xfrm>
            <a:off x="438538" y="111967"/>
            <a:ext cx="4502309" cy="584775"/>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3200" b="1" dirty="0">
                <a:solidFill>
                  <a:srgbClr val="000000"/>
                </a:solidFill>
                <a:latin typeface="Times New Roman" panose="02020603050405020304" pitchFamily="18" charset="0"/>
                <a:cs typeface="Times New Roman" panose="02020603050405020304" pitchFamily="18" charset="0"/>
              </a:rPr>
              <a:t>Contents</a:t>
            </a:r>
          </a:p>
        </p:txBody>
      </p:sp>
      <p:sp>
        <p:nvSpPr>
          <p:cNvPr id="1048602" name="TextBox 1048592"/>
          <p:cNvSpPr txBox="1"/>
          <p:nvPr/>
        </p:nvSpPr>
        <p:spPr>
          <a:xfrm>
            <a:off x="1323443" y="653142"/>
            <a:ext cx="6964383" cy="6863417"/>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2000" dirty="0">
                <a:solidFill>
                  <a:srgbClr val="000000"/>
                </a:solidFill>
                <a:latin typeface="Times New Roman" pitchFamily="18" charset="0"/>
                <a:cs typeface="Times New Roman" pitchFamily="18" charset="0"/>
              </a:rPr>
              <a:t>1</a:t>
            </a:r>
            <a:r>
              <a:rPr lang="en-US" sz="2000" dirty="0" smtClean="0">
                <a:solidFill>
                  <a:srgbClr val="000000"/>
                </a:solidFill>
                <a:latin typeface="Times New Roman" pitchFamily="18" charset="0"/>
                <a:cs typeface="Times New Roman" pitchFamily="18" charset="0"/>
              </a:rPr>
              <a:t>. Abstract</a:t>
            </a:r>
            <a:r>
              <a:rPr lang="en-US" sz="2000" dirty="0">
                <a:solidFill>
                  <a:srgbClr val="000000"/>
                </a:solidFill>
                <a:latin typeface="Times New Roman" pitchFamily="18" charset="0"/>
                <a:cs typeface="Times New Roman" pitchFamily="18" charset="0"/>
              </a:rPr>
              <a:t>
2</a:t>
            </a:r>
            <a:r>
              <a:rPr lang="en-US" sz="2000" dirty="0" smtClean="0">
                <a:solidFill>
                  <a:srgbClr val="000000"/>
                </a:solidFill>
                <a:latin typeface="Times New Roman" pitchFamily="18" charset="0"/>
                <a:cs typeface="Times New Roman" pitchFamily="18" charset="0"/>
              </a:rPr>
              <a:t>. Introduction</a:t>
            </a:r>
            <a:r>
              <a:rPr lang="en-US" sz="2000" dirty="0">
                <a:solidFill>
                  <a:srgbClr val="000000"/>
                </a:solidFill>
                <a:latin typeface="Times New Roman" pitchFamily="18" charset="0"/>
                <a:cs typeface="Times New Roman" pitchFamily="18" charset="0"/>
              </a:rPr>
              <a:t>
</a:t>
            </a:r>
            <a:r>
              <a:rPr lang="en-US" sz="2000" dirty="0" smtClean="0">
                <a:solidFill>
                  <a:srgbClr val="000000"/>
                </a:solidFill>
                <a:latin typeface="Times New Roman" pitchFamily="18" charset="0"/>
                <a:cs typeface="Times New Roman" pitchFamily="18" charset="0"/>
              </a:rPr>
              <a:t>3. Existing </a:t>
            </a:r>
            <a:r>
              <a:rPr lang="en-US" sz="2000" dirty="0">
                <a:solidFill>
                  <a:srgbClr val="000000"/>
                </a:solidFill>
                <a:latin typeface="Times New Roman" pitchFamily="18" charset="0"/>
                <a:cs typeface="Times New Roman" pitchFamily="18" charset="0"/>
              </a:rPr>
              <a:t>system 
      *Disadvantages
</a:t>
            </a:r>
            <a:r>
              <a:rPr lang="en-US" sz="2000" dirty="0" smtClean="0">
                <a:solidFill>
                  <a:srgbClr val="000000"/>
                </a:solidFill>
                <a:latin typeface="Times New Roman" pitchFamily="18" charset="0"/>
                <a:cs typeface="Times New Roman" pitchFamily="18" charset="0"/>
              </a:rPr>
              <a:t>4. Proposed </a:t>
            </a:r>
            <a:r>
              <a:rPr lang="en-US" sz="2000" dirty="0">
                <a:solidFill>
                  <a:srgbClr val="000000"/>
                </a:solidFill>
                <a:latin typeface="Times New Roman" pitchFamily="18" charset="0"/>
                <a:cs typeface="Times New Roman" pitchFamily="18" charset="0"/>
              </a:rPr>
              <a:t>system 
       *Advantages  
5</a:t>
            </a:r>
            <a:r>
              <a:rPr lang="en-US" sz="2000" dirty="0" smtClean="0">
                <a:solidFill>
                  <a:srgbClr val="000000"/>
                </a:solidFill>
                <a:latin typeface="Times New Roman" pitchFamily="18" charset="0"/>
                <a:cs typeface="Times New Roman" pitchFamily="18" charset="0"/>
              </a:rPr>
              <a:t>. Architecture(block </a:t>
            </a:r>
            <a:r>
              <a:rPr lang="en-US" sz="2000" dirty="0">
                <a:solidFill>
                  <a:srgbClr val="000000"/>
                </a:solidFill>
                <a:latin typeface="Times New Roman" pitchFamily="18" charset="0"/>
                <a:cs typeface="Times New Roman" pitchFamily="18" charset="0"/>
              </a:rPr>
              <a:t>diagram</a:t>
            </a:r>
            <a:r>
              <a:rPr lang="en-US" sz="2000" dirty="0" smtClean="0">
                <a:solidFill>
                  <a:srgbClr val="000000"/>
                </a:solidFill>
                <a:latin typeface="Times New Roman" pitchFamily="18" charset="0"/>
                <a:cs typeface="Times New Roman" pitchFamily="18" charset="0"/>
              </a:rPr>
              <a:t>)</a:t>
            </a:r>
          </a:p>
          <a:p>
            <a:r>
              <a:rPr lang="en-US" sz="2000" dirty="0" smtClean="0">
                <a:latin typeface="Times New Roman" pitchFamily="18" charset="0"/>
                <a:cs typeface="Times New Roman" pitchFamily="18" charset="0"/>
              </a:rPr>
              <a:t>6. UML Diagram</a:t>
            </a:r>
            <a:endParaRPr lang="zh-CN" alt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*Use case </a:t>
            </a:r>
            <a:endParaRPr lang="zh-CN" alt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*Class </a:t>
            </a:r>
            <a:endParaRPr lang="zh-CN" alt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*Activity </a:t>
            </a:r>
            <a:endParaRPr lang="zh-CN" alt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*Sequence </a:t>
            </a:r>
            <a:r>
              <a:rPr lang="en-US" sz="2000" dirty="0">
                <a:solidFill>
                  <a:srgbClr val="000000"/>
                </a:solidFill>
                <a:latin typeface="Times New Roman" pitchFamily="18" charset="0"/>
                <a:cs typeface="Times New Roman" pitchFamily="18" charset="0"/>
              </a:rPr>
              <a:t>
</a:t>
            </a:r>
            <a:r>
              <a:rPr lang="en-US" sz="2000" dirty="0" smtClean="0">
                <a:solidFill>
                  <a:srgbClr val="000000"/>
                </a:solidFill>
                <a:latin typeface="Times New Roman" pitchFamily="18" charset="0"/>
                <a:cs typeface="Times New Roman" pitchFamily="18" charset="0"/>
              </a:rPr>
              <a:t>7. Literature </a:t>
            </a:r>
            <a:r>
              <a:rPr lang="en-US" sz="2000" dirty="0">
                <a:solidFill>
                  <a:srgbClr val="000000"/>
                </a:solidFill>
                <a:latin typeface="Times New Roman" pitchFamily="18" charset="0"/>
                <a:cs typeface="Times New Roman" pitchFamily="18" charset="0"/>
              </a:rPr>
              <a:t>survey</a:t>
            </a:r>
            <a:endParaRPr lang="zh-CN" alt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8</a:t>
            </a:r>
            <a:r>
              <a:rPr lang="en-US" sz="2000" dirty="0" smtClean="0">
                <a:solidFill>
                  <a:srgbClr val="000000"/>
                </a:solidFill>
                <a:latin typeface="Times New Roman" pitchFamily="18" charset="0"/>
                <a:cs typeface="Times New Roman" pitchFamily="18" charset="0"/>
              </a:rPr>
              <a:t>. System </a:t>
            </a:r>
            <a:r>
              <a:rPr lang="en-US" sz="2000" dirty="0">
                <a:solidFill>
                  <a:srgbClr val="000000"/>
                </a:solidFill>
                <a:latin typeface="Times New Roman" pitchFamily="18" charset="0"/>
                <a:cs typeface="Times New Roman" pitchFamily="18" charset="0"/>
              </a:rPr>
              <a:t>specifications 
       *Software Requirements
       *Hardware </a:t>
            </a:r>
            <a:r>
              <a:rPr lang="en-US" sz="2000" dirty="0" smtClean="0">
                <a:solidFill>
                  <a:srgbClr val="000000"/>
                </a:solidFill>
                <a:latin typeface="Times New Roman" pitchFamily="18" charset="0"/>
                <a:cs typeface="Times New Roman" pitchFamily="18" charset="0"/>
              </a:rPr>
              <a:t>Requirements</a:t>
            </a:r>
            <a:r>
              <a:rPr lang="en-US" sz="2000" dirty="0">
                <a:solidFill>
                  <a:srgbClr val="000000"/>
                </a:solidFill>
                <a:latin typeface="Times New Roman" pitchFamily="18" charset="0"/>
                <a:cs typeface="Times New Roman" pitchFamily="18" charset="0"/>
              </a:rPr>
              <a:t>
</a:t>
            </a:r>
            <a:r>
              <a:rPr lang="en-US" sz="2000" dirty="0" smtClean="0">
                <a:solidFill>
                  <a:srgbClr val="000000"/>
                </a:solidFill>
                <a:latin typeface="Times New Roman" pitchFamily="18" charset="0"/>
                <a:cs typeface="Times New Roman" pitchFamily="18" charset="0"/>
              </a:rPr>
              <a:t>9. References</a:t>
            </a:r>
            <a:endParaRPr lang="en-US" sz="2000" dirty="0">
              <a:latin typeface="Times New Roman" pitchFamily="18" charset="0"/>
              <a:cs typeface="Times New Roman" pitchFamily="18" charset="0"/>
            </a:endParaRPr>
          </a:p>
          <a:p>
            <a:r>
              <a:rPr lang="en-US" sz="2000" dirty="0" smtClean="0">
                <a:solidFill>
                  <a:srgbClr val="000000"/>
                </a:solidFill>
                <a:latin typeface="Times New Roman" pitchFamily="18" charset="0"/>
                <a:cs typeface="Times New Roman" pitchFamily="18" charset="0"/>
              </a:rPr>
              <a:t>10. Implementation</a:t>
            </a:r>
          </a:p>
          <a:p>
            <a:r>
              <a:rPr lang="en-IN" sz="2000" dirty="0" smtClean="0">
                <a:solidFill>
                  <a:srgbClr val="000000"/>
                </a:solidFill>
                <a:latin typeface="Times New Roman" pitchFamily="18" charset="0"/>
                <a:cs typeface="Times New Roman" pitchFamily="18" charset="0"/>
              </a:rPr>
              <a:t>       *Modules</a:t>
            </a:r>
          </a:p>
          <a:p>
            <a:r>
              <a:rPr lang="en-IN" sz="2000" dirty="0" smtClean="0">
                <a:latin typeface="Times New Roman" pitchFamily="18" charset="0"/>
                <a:cs typeface="Times New Roman" pitchFamily="18" charset="0"/>
              </a:rPr>
              <a:t>       *Sample code</a:t>
            </a:r>
            <a:endParaRPr lang="en-US" sz="2000" dirty="0" smtClean="0">
              <a:solidFill>
                <a:srgbClr val="000000"/>
              </a:solidFill>
              <a:latin typeface="Times New Roman" pitchFamily="18" charset="0"/>
              <a:cs typeface="Times New Roman" pitchFamily="18" charset="0"/>
            </a:endParaRPr>
          </a:p>
          <a:p>
            <a:r>
              <a:rPr lang="en-US" sz="2000" dirty="0">
                <a:solidFill>
                  <a:srgbClr val="000000"/>
                </a:solidFill>
                <a:latin typeface="Times New Roman" pitchFamily="18" charset="0"/>
                <a:cs typeface="Times New Roman" pitchFamily="18" charset="0"/>
              </a:rPr>
              <a:t>
</a:t>
            </a:r>
            <a:endParaRPr lang="zh-CN" altLang="en-US" sz="2000" dirty="0">
              <a:latin typeface="Times New Roman" pitchFamily="18" charset="0"/>
              <a:cs typeface="Times New Roman" pitchFamily="18" charset="0"/>
            </a:endParaRPr>
          </a:p>
        </p:txBody>
      </p:sp>
      <p:sp>
        <p:nvSpPr>
          <p:cNvPr id="1048603" name="Slide Number Placeholder 1"/>
          <p:cNvSpPr>
            <a:spLocks noGrp="1"/>
          </p:cNvSpPr>
          <p:nvPr>
            <p:ph type="sldNum" sz="quarter" idx="12"/>
          </p:nvPr>
        </p:nvSpPr>
        <p:spPr/>
        <p:txBody>
          <a:bodyPr/>
          <a:lstStyle/>
          <a:p>
            <a:fld id="{D5B52ADC-5BFA-4FBD-BEE2-16096B7F4166}" type="slidenum">
              <a:rPr lang="zh-CN" altLang="en-US" smtClean="0"/>
              <a:pPr/>
              <a:t>3</a:t>
            </a:fld>
            <a:endParaRPr lang="zh-CN"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04" name="Slide Number Placeholder 1048603"/>
          <p:cNvSpPr>
            <a:spLocks noGrp="1"/>
          </p:cNvSpPr>
          <p:nvPr>
            <p:ph type="sldNum" sz="quarter" idx="12"/>
          </p:nvPr>
        </p:nvSpPr>
        <p:spPr/>
        <p:txBody>
          <a:bodyPr/>
          <a:lstStyle/>
          <a:p>
            <a:fld id="{D5B52ADC-5BFA-4FBD-BEE2-16096B7F4166}" type="slidenum">
              <a:rPr lang="zh-CN" altLang="en-US" smtClean="0"/>
              <a:pPr/>
              <a:t>4</a:t>
            </a:fld>
            <a:endParaRPr lang="zh-CN" altLang="en-US"/>
          </a:p>
        </p:txBody>
      </p:sp>
      <p:sp>
        <p:nvSpPr>
          <p:cNvPr id="3" name="Rectangle 2"/>
          <p:cNvSpPr/>
          <p:nvPr/>
        </p:nvSpPr>
        <p:spPr>
          <a:xfrm>
            <a:off x="858416" y="1518170"/>
            <a:ext cx="2276669" cy="400110"/>
          </a:xfrm>
          <a:prstGeom prst="rect">
            <a:avLst/>
          </a:prstGeom>
        </p:spPr>
        <p:txBody>
          <a:bodyPr wrap="square">
            <a:spAutoFit/>
          </a:bodyPr>
          <a:lstStyle/>
          <a:p>
            <a:r>
              <a:rPr lang="en-US" sz="2000" dirty="0" smtClean="0">
                <a:solidFill>
                  <a:srgbClr val="000000"/>
                </a:solidFill>
                <a:latin typeface="Times New Roman" pitchFamily="18" charset="0"/>
                <a:cs typeface="Times New Roman" pitchFamily="18" charset="0"/>
              </a:rPr>
              <a:t>    </a:t>
            </a:r>
            <a:r>
              <a:rPr lang="en-US" sz="2000" dirty="0" smtClean="0">
                <a:solidFill>
                  <a:srgbClr val="000000"/>
                </a:solidFill>
                <a:latin typeface="Times New Roman" pitchFamily="18" charset="0"/>
                <a:cs typeface="Times New Roman" pitchFamily="18" charset="0"/>
              </a:rPr>
              <a:t>13</a:t>
            </a:r>
            <a:r>
              <a:rPr lang="en-US" sz="2000" dirty="0" smtClean="0">
                <a:solidFill>
                  <a:srgbClr val="000000"/>
                </a:solidFill>
                <a:latin typeface="Times New Roman" pitchFamily="18" charset="0"/>
                <a:cs typeface="Times New Roman" pitchFamily="18" charset="0"/>
              </a:rPr>
              <a:t>. Future scope</a:t>
            </a:r>
            <a:endParaRPr lang="en-US" sz="2000" dirty="0"/>
          </a:p>
        </p:txBody>
      </p:sp>
      <p:sp>
        <p:nvSpPr>
          <p:cNvPr id="4" name="Rectangle 3"/>
          <p:cNvSpPr/>
          <p:nvPr/>
        </p:nvSpPr>
        <p:spPr>
          <a:xfrm>
            <a:off x="865434" y="1919388"/>
            <a:ext cx="3286688" cy="400110"/>
          </a:xfrm>
          <a:prstGeom prst="rect">
            <a:avLst/>
          </a:prstGeom>
        </p:spPr>
        <p:txBody>
          <a:bodyPr wrap="square">
            <a:spAutoFit/>
          </a:bodyPr>
          <a:lstStyle/>
          <a:p>
            <a:r>
              <a:rPr lang="en-US" sz="2000" dirty="0" smtClean="0">
                <a:solidFill>
                  <a:srgbClr val="000000"/>
                </a:solidFill>
                <a:latin typeface="Times New Roman" pitchFamily="18" charset="0"/>
                <a:cs typeface="Times New Roman" pitchFamily="18" charset="0"/>
              </a:rPr>
              <a:t>    14. Conclusion</a:t>
            </a:r>
            <a:endParaRPr lang="en-US" sz="2000" dirty="0"/>
          </a:p>
        </p:txBody>
      </p:sp>
      <p:sp>
        <p:nvSpPr>
          <p:cNvPr id="5" name="TextBox 4"/>
          <p:cNvSpPr txBox="1"/>
          <p:nvPr/>
        </p:nvSpPr>
        <p:spPr>
          <a:xfrm>
            <a:off x="1119673" y="755780"/>
            <a:ext cx="2883159" cy="400110"/>
          </a:xfrm>
          <a:prstGeom prst="rect">
            <a:avLst/>
          </a:prstGeom>
          <a:noFill/>
        </p:spPr>
        <p:txBody>
          <a:bodyPr wrap="square" rtlCol="0">
            <a:spAutoFit/>
          </a:bodyPr>
          <a:lstStyle/>
          <a:p>
            <a:r>
              <a:rPr lang="en-IN" sz="2000" dirty="0" smtClean="0">
                <a:latin typeface="Times New Roman" pitchFamily="18" charset="0"/>
                <a:cs typeface="Times New Roman" pitchFamily="18" charset="0"/>
              </a:rPr>
              <a:t>11</a:t>
            </a:r>
            <a:r>
              <a:rPr lang="en-IN" sz="2000" dirty="0" smtClean="0">
                <a:latin typeface="Times New Roman" pitchFamily="18" charset="0"/>
                <a:cs typeface="Times New Roman" pitchFamily="18" charset="0"/>
              </a:rPr>
              <a:t>. Output Screenshots</a:t>
            </a:r>
            <a:endParaRPr lang="en-US" sz="2000" dirty="0">
              <a:latin typeface="Times New Roman" pitchFamily="18" charset="0"/>
              <a:cs typeface="Times New Roman" pitchFamily="18" charset="0"/>
            </a:endParaRPr>
          </a:p>
        </p:txBody>
      </p:sp>
      <p:sp>
        <p:nvSpPr>
          <p:cNvPr id="6" name="TextBox 5"/>
          <p:cNvSpPr txBox="1"/>
          <p:nvPr/>
        </p:nvSpPr>
        <p:spPr>
          <a:xfrm>
            <a:off x="895739" y="1110342"/>
            <a:ext cx="1707502" cy="400110"/>
          </a:xfrm>
          <a:prstGeom prst="rect">
            <a:avLst/>
          </a:prstGeom>
          <a:noFill/>
        </p:spPr>
        <p:txBody>
          <a:bodyPr wrap="square" rtlCol="0">
            <a:spAutoFit/>
          </a:bodyPr>
          <a:lstStyle/>
          <a:p>
            <a:r>
              <a:rPr lang="en-IN" sz="2000" dirty="0" smtClean="0">
                <a:latin typeface="Times New Roman" pitchFamily="18" charset="0"/>
                <a:cs typeface="Times New Roman" pitchFamily="18" charset="0"/>
              </a:rPr>
              <a:t> </a:t>
            </a:r>
            <a:r>
              <a:rPr lang="en-IN" sz="2000" dirty="0" smtClean="0">
                <a:latin typeface="Times New Roman" pitchFamily="18" charset="0"/>
                <a:cs typeface="Times New Roman" pitchFamily="18" charset="0"/>
              </a:rPr>
              <a:t>  12</a:t>
            </a:r>
            <a:r>
              <a:rPr lang="en-IN" sz="2000" dirty="0" smtClean="0">
                <a:latin typeface="Times New Roman" pitchFamily="18" charset="0"/>
                <a:cs typeface="Times New Roman" pitchFamily="18" charset="0"/>
              </a:rPr>
              <a:t>. Testing</a:t>
            </a:r>
            <a:endParaRPr lang="en-US" sz="2000" dirty="0">
              <a:latin typeface="Times New Roman" pitchFamily="18" charset="0"/>
              <a:cs typeface="Times New Roman" pitchFamily="18" charset="0"/>
            </a:endParaRPr>
          </a:p>
        </p:txBody>
      </p:sp>
      <p:sp>
        <p:nvSpPr>
          <p:cNvPr id="7" name="TextBox 6"/>
          <p:cNvSpPr txBox="1"/>
          <p:nvPr/>
        </p:nvSpPr>
        <p:spPr>
          <a:xfrm>
            <a:off x="1772816" y="2304661"/>
            <a:ext cx="1664238" cy="400110"/>
          </a:xfrm>
          <a:prstGeom prst="rect">
            <a:avLst/>
          </a:prstGeom>
          <a:noFill/>
        </p:spPr>
        <p:txBody>
          <a:bodyPr wrap="none" rtlCol="0">
            <a:spAutoFit/>
          </a:bodyPr>
          <a:lstStyle/>
          <a:p>
            <a:r>
              <a:rPr lang="en-IN" sz="2000" dirty="0" smtClean="0">
                <a:latin typeface="Times New Roman" pitchFamily="18" charset="0"/>
                <a:cs typeface="Times New Roman" pitchFamily="18" charset="0"/>
              </a:rPr>
              <a:t>*Bibliography</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1048605" name="TextBox 1048587"/>
          <p:cNvSpPr txBox="1"/>
          <p:nvPr/>
        </p:nvSpPr>
        <p:spPr>
          <a:xfrm>
            <a:off x="158620" y="283875"/>
            <a:ext cx="4106726" cy="584775"/>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3200" b="1" dirty="0">
                <a:solidFill>
                  <a:srgbClr val="000000"/>
                </a:solidFill>
                <a:latin typeface="Times New Roman" panose="02020603050405020304" pitchFamily="18" charset="0"/>
                <a:cs typeface="Times New Roman" panose="02020603050405020304" pitchFamily="18" charset="0"/>
              </a:rPr>
              <a:t>Abstract </a:t>
            </a:r>
          </a:p>
        </p:txBody>
      </p:sp>
      <p:sp>
        <p:nvSpPr>
          <p:cNvPr id="1048606" name="TextBox 1048588"/>
          <p:cNvSpPr txBox="1"/>
          <p:nvPr/>
        </p:nvSpPr>
        <p:spPr>
          <a:xfrm rot="21600000">
            <a:off x="130628" y="1065976"/>
            <a:ext cx="8883687" cy="2795958"/>
          </a:xfrm>
          <a:prstGeom prst="rect">
            <a:avLst/>
          </a:prstGeom>
        </p:spPr>
        <p:txBody>
          <a:bodyPr wrap="square" rtlCol="0">
            <a:spAutoFit/>
          </a:bodyPr>
          <a:lstStyle/>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Deepfake videos are where the features of a person are replaced with the features of another person.This technology may be used maliciously as a means of misinformation, manipulation, and persuasion. Based on GAN discriminators as a means to detect Deepfake videos.</a:t>
            </a:r>
          </a:p>
        </p:txBody>
      </p:sp>
      <p:sp>
        <p:nvSpPr>
          <p:cNvPr id="1048607" name="Slide Number Placeholder 1"/>
          <p:cNvSpPr>
            <a:spLocks noGrp="1"/>
          </p:cNvSpPr>
          <p:nvPr>
            <p:ph type="sldNum" sz="quarter" idx="12"/>
          </p:nvPr>
        </p:nvSpPr>
        <p:spPr/>
        <p:txBody>
          <a:bodyPr/>
          <a:lstStyle/>
          <a:p>
            <a:fld id="{D5B52ADC-5BFA-4FBD-BEE2-16096B7F4166}" type="slidenum">
              <a:rPr lang="zh-CN" altLang="en-US" smtClean="0"/>
              <a:pPr/>
              <a:t>5</a:t>
            </a:fld>
            <a:endParaRPr lang="zh-CN"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1048608" name="TextBox 1048586"/>
          <p:cNvSpPr txBox="1"/>
          <p:nvPr/>
        </p:nvSpPr>
        <p:spPr>
          <a:xfrm>
            <a:off x="149289" y="345233"/>
            <a:ext cx="8667006" cy="3291841"/>
          </a:xfrm>
          <a:prstGeom prst="rect">
            <a:avLst/>
          </a:prstGeom>
        </p:spPr>
        <p:txBody>
          <a:bodyPr wrap="square" rtlCol="0">
            <a:spAutoFit/>
          </a:bodyPr>
          <a:lstStyle/>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
Deepfake technology, driven by advancements in Generative Adversarial Networks (GANs), has significantly improved the ability to create highly realistic synthetic videos. These manipulated videos can alter facial expressions, voice, and movements to convincingly mimic real individuals.</a:t>
            </a:r>
          </a:p>
        </p:txBody>
      </p:sp>
      <p:pic>
        <p:nvPicPr>
          <p:cNvPr id="2097153" name="Picture 2097151"/>
          <p:cNvPicPr>
            <a:picLocks/>
          </p:cNvPicPr>
          <p:nvPr/>
        </p:nvPicPr>
        <p:blipFill>
          <a:blip r:embed="rId3" cstate="print"/>
          <a:stretch>
            <a:fillRect/>
          </a:stretch>
        </p:blipFill>
        <p:spPr>
          <a:xfrm>
            <a:off x="1959429" y="3881535"/>
            <a:ext cx="5276479" cy="2900847"/>
          </a:xfrm>
          <a:prstGeom prst="rect">
            <a:avLst/>
          </a:prstGeom>
        </p:spPr>
      </p:pic>
      <p:sp>
        <p:nvSpPr>
          <p:cNvPr id="1048609" name="TextBox 1"/>
          <p:cNvSpPr txBox="1"/>
          <p:nvPr/>
        </p:nvSpPr>
        <p:spPr>
          <a:xfrm>
            <a:off x="149289" y="205273"/>
            <a:ext cx="4599993"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Introduction</a:t>
            </a:r>
            <a:endParaRPr lang="en-IN" sz="3200" b="1" dirty="0">
              <a:latin typeface="Times New Roman" panose="02020603050405020304" pitchFamily="18" charset="0"/>
              <a:cs typeface="Times New Roman" panose="02020603050405020304" pitchFamily="18" charset="0"/>
            </a:endParaRPr>
          </a:p>
        </p:txBody>
      </p:sp>
      <p:sp>
        <p:nvSpPr>
          <p:cNvPr id="1048610" name="Slide Number Placeholder 2"/>
          <p:cNvSpPr>
            <a:spLocks noGrp="1"/>
          </p:cNvSpPr>
          <p:nvPr>
            <p:ph type="sldNum" sz="quarter" idx="12"/>
          </p:nvPr>
        </p:nvSpPr>
        <p:spPr/>
        <p:txBody>
          <a:bodyPr/>
          <a:lstStyle/>
          <a:p>
            <a:fld id="{D5B52ADC-5BFA-4FBD-BEE2-16096B7F4166}" type="slidenum">
              <a:rPr lang="zh-CN" altLang="en-US" smtClean="0"/>
              <a:pPr/>
              <a:t>6</a:t>
            </a:fld>
            <a:endParaRPr lang="zh-CN"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1048611" name="TextBox 1048585"/>
          <p:cNvSpPr txBox="1"/>
          <p:nvPr/>
        </p:nvSpPr>
        <p:spPr>
          <a:xfrm>
            <a:off x="317242" y="197925"/>
            <a:ext cx="4024792" cy="584775"/>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3200" b="1" dirty="0">
                <a:solidFill>
                  <a:srgbClr val="000000"/>
                </a:solidFill>
                <a:latin typeface="Times New Roman" panose="02020603050405020304" pitchFamily="18" charset="0"/>
                <a:cs typeface="Times New Roman" panose="02020603050405020304" pitchFamily="18" charset="0"/>
              </a:rPr>
              <a:t>Existing system </a:t>
            </a:r>
          </a:p>
        </p:txBody>
      </p:sp>
      <p:sp>
        <p:nvSpPr>
          <p:cNvPr id="1048612" name="TextBox 1048665"/>
          <p:cNvSpPr txBox="1"/>
          <p:nvPr/>
        </p:nvSpPr>
        <p:spPr>
          <a:xfrm>
            <a:off x="-62763" y="782700"/>
            <a:ext cx="9237173" cy="2241960"/>
          </a:xfrm>
          <a:prstGeom prst="rect">
            <a:avLst/>
          </a:prstGeom>
        </p:spPr>
        <p:txBody>
          <a:bodyPr wrap="square" rtlCol="0">
            <a:spAutoFit/>
          </a:bodyPr>
          <a:lstStyle/>
          <a:p>
            <a:pPr marL="342900" indent="-342900" algn="just">
              <a:lnSpc>
                <a:spcPct val="150000"/>
              </a:lnSpc>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Several approaches have been developed to detect deepfake videos, primarily focusing on identifying inconsistencies and artifacts introduced during the synthesis process. But the lower quality videos will not be detected.</a:t>
            </a:r>
          </a:p>
        </p:txBody>
      </p:sp>
      <p:sp>
        <p:nvSpPr>
          <p:cNvPr id="1048613" name="TextBox 1048670"/>
          <p:cNvSpPr txBox="1"/>
          <p:nvPr/>
        </p:nvSpPr>
        <p:spPr>
          <a:xfrm>
            <a:off x="320352" y="3878219"/>
            <a:ext cx="8854058" cy="1687963"/>
          </a:xfrm>
          <a:prstGeom prst="rect">
            <a:avLst/>
          </a:prstGeom>
        </p:spPr>
        <p:txBody>
          <a:bodyPr wrap="square" rtlCol="0">
            <a:spAutoFit/>
          </a:bodyPr>
          <a:lstStyle/>
          <a:p>
            <a:pPr marL="342900" indent="-342900" algn="just">
              <a:lnSpc>
                <a:spcPct val="150000"/>
              </a:lnSpc>
              <a:buFont typeface="Wingdings" panose="05000000000000000000" pitchFamily="2" charset="2"/>
              <a:buChar char="Ø"/>
            </a:pPr>
            <a:r>
              <a:rPr lang="en-US" sz="2400" dirty="0">
                <a:solidFill>
                  <a:srgbClr val="000000"/>
                </a:solidFill>
                <a:latin typeface="Times New Roman" panose="02020603050405020304" pitchFamily="18" charset="0"/>
                <a:cs typeface="Times New Roman" panose="02020603050405020304" pitchFamily="18" charset="0"/>
              </a:rPr>
              <a:t>Limited Availability of Datasets.
Struggles to detect highly realistic deepfakes videos.</a:t>
            </a:r>
          </a:p>
          <a:p>
            <a:pPr marL="342900" indent="-342900" algn="just">
              <a:lnSpc>
                <a:spcPct val="150000"/>
              </a:lnSpc>
              <a:buFont typeface="Wingdings" panose="05000000000000000000" pitchFamily="2" charset="2"/>
              <a:buChar char="Ø"/>
            </a:pPr>
            <a:r>
              <a:rPr lang="en-US" sz="2400" dirty="0">
                <a:solidFill>
                  <a:srgbClr val="000000"/>
                </a:solidFill>
                <a:latin typeface="Times New Roman" panose="02020603050405020304" pitchFamily="18" charset="0"/>
                <a:cs typeface="Times New Roman" panose="02020603050405020304" pitchFamily="18" charset="0"/>
              </a:rPr>
              <a:t>Real-Time detection is difficult.</a:t>
            </a:r>
          </a:p>
        </p:txBody>
      </p:sp>
      <p:sp>
        <p:nvSpPr>
          <p:cNvPr id="1048614" name="TextBox 1048671"/>
          <p:cNvSpPr txBox="1"/>
          <p:nvPr/>
        </p:nvSpPr>
        <p:spPr>
          <a:xfrm rot="10800000" flipV="1">
            <a:off x="331642" y="3354999"/>
            <a:ext cx="4117284" cy="523220"/>
          </a:xfrm>
          <a:prstGeom prst="rect">
            <a:avLst/>
          </a:prstGeom>
        </p:spPr>
        <p:txBody>
          <a:bodyPr wrap="square" rtlCol="0">
            <a:spAutoFit/>
          </a:bodyPr>
          <a:lstStyle/>
          <a:p>
            <a:r>
              <a:rPr lang="en-US" sz="2800" b="1" dirty="0">
                <a:solidFill>
                  <a:srgbClr val="000000"/>
                </a:solidFill>
                <a:latin typeface="Times New Roman" panose="02020603050405020304" pitchFamily="18" charset="0"/>
                <a:cs typeface="Times New Roman" panose="02020603050405020304" pitchFamily="18" charset="0"/>
              </a:rPr>
              <a:t>Limitations </a:t>
            </a:r>
          </a:p>
        </p:txBody>
      </p:sp>
      <p:sp>
        <p:nvSpPr>
          <p:cNvPr id="1048615" name="Slide Number Placeholder 1"/>
          <p:cNvSpPr>
            <a:spLocks noGrp="1"/>
          </p:cNvSpPr>
          <p:nvPr>
            <p:ph type="sldNum" sz="quarter" idx="12"/>
          </p:nvPr>
        </p:nvSpPr>
        <p:spPr/>
        <p:txBody>
          <a:bodyPr/>
          <a:lstStyle/>
          <a:p>
            <a:fld id="{D5B52ADC-5BFA-4FBD-BEE2-16096B7F4166}" type="slidenum">
              <a:rPr lang="zh-CN" altLang="en-US" smtClean="0"/>
              <a:pPr/>
              <a:t>7</a:t>
            </a:fld>
            <a:endParaRPr lang="zh-CN"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1048616" name="TextBox 1048676"/>
          <p:cNvSpPr txBox="1"/>
          <p:nvPr/>
        </p:nvSpPr>
        <p:spPr>
          <a:xfrm>
            <a:off x="367847" y="143808"/>
            <a:ext cx="5247668" cy="584775"/>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3200" b="1" dirty="0">
                <a:solidFill>
                  <a:srgbClr val="000000"/>
                </a:solidFill>
                <a:latin typeface="Times New Roman" panose="02020603050405020304" pitchFamily="18" charset="0"/>
                <a:cs typeface="Times New Roman" panose="02020603050405020304" pitchFamily="18" charset="0"/>
              </a:rPr>
              <a:t>Proposed system </a:t>
            </a:r>
          </a:p>
        </p:txBody>
      </p:sp>
      <p:sp>
        <p:nvSpPr>
          <p:cNvPr id="1048617" name="TextBox 1048677"/>
          <p:cNvSpPr txBox="1"/>
          <p:nvPr/>
        </p:nvSpPr>
        <p:spPr>
          <a:xfrm>
            <a:off x="0" y="728582"/>
            <a:ext cx="8948057" cy="1691641"/>
          </a:xfrm>
          <a:prstGeom prst="rect">
            <a:avLst/>
          </a:prstGeom>
        </p:spPr>
        <p:txBody>
          <a:bodyPr wrap="square" rtlCol="0">
            <a:spAutoFit/>
          </a:bodyPr>
          <a:lstStyle/>
          <a:p>
            <a:pPr marL="342900" indent="-342900" algn="just">
              <a:lnSpc>
                <a:spcPct val="150000"/>
              </a:lnSpc>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 We propose a GAN-based deepfake video detection framework that leverages deep learning techniques to enhance detection accuracy and robustness.</a:t>
            </a:r>
          </a:p>
        </p:txBody>
      </p:sp>
      <p:sp>
        <p:nvSpPr>
          <p:cNvPr id="1048618" name="TextBox 1048678"/>
          <p:cNvSpPr txBox="1"/>
          <p:nvPr/>
        </p:nvSpPr>
        <p:spPr>
          <a:xfrm rot="10800000" flipV="1">
            <a:off x="435274" y="2773808"/>
            <a:ext cx="9311950" cy="523220"/>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2800" b="1" dirty="0">
                <a:solidFill>
                  <a:srgbClr val="000000"/>
                </a:solidFill>
                <a:latin typeface="Times New Roman" panose="02020603050405020304" pitchFamily="18" charset="0"/>
                <a:cs typeface="Times New Roman" panose="02020603050405020304" pitchFamily="18" charset="0"/>
              </a:rPr>
              <a:t>Advantages </a:t>
            </a:r>
          </a:p>
        </p:txBody>
      </p:sp>
      <p:sp>
        <p:nvSpPr>
          <p:cNvPr id="1048619" name="TextBox 1"/>
          <p:cNvSpPr txBox="1"/>
          <p:nvPr/>
        </p:nvSpPr>
        <p:spPr>
          <a:xfrm>
            <a:off x="435274" y="3447469"/>
            <a:ext cx="9551282" cy="2225041"/>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Improved detection Accuracy.</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Large-Scale dataset collection.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Real-Time deployment.</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Multi-Model Analysis.</a:t>
            </a:r>
            <a:endParaRPr lang="en-IN" sz="2400" dirty="0">
              <a:latin typeface="Times New Roman" panose="02020603050405020304" pitchFamily="18" charset="0"/>
              <a:cs typeface="Times New Roman" panose="02020603050405020304" pitchFamily="18" charset="0"/>
            </a:endParaRPr>
          </a:p>
        </p:txBody>
      </p:sp>
      <p:sp>
        <p:nvSpPr>
          <p:cNvPr id="1048620" name="Slide Number Placeholder 2"/>
          <p:cNvSpPr>
            <a:spLocks noGrp="1"/>
          </p:cNvSpPr>
          <p:nvPr>
            <p:ph type="sldNum" sz="quarter" idx="12"/>
          </p:nvPr>
        </p:nvSpPr>
        <p:spPr/>
        <p:txBody>
          <a:bodyPr/>
          <a:lstStyle/>
          <a:p>
            <a:fld id="{D5B52ADC-5BFA-4FBD-BEE2-16096B7F4166}" type="slidenum">
              <a:rPr lang="zh-CN" altLang="en-US" smtClean="0"/>
              <a:pPr/>
              <a:t>8</a:t>
            </a:fld>
            <a:endParaRPr lang="zh-CN"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1048621" name="TextBox 1048664"/>
          <p:cNvSpPr txBox="1"/>
          <p:nvPr/>
        </p:nvSpPr>
        <p:spPr>
          <a:xfrm>
            <a:off x="571999" y="379844"/>
            <a:ext cx="4000000" cy="584775"/>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3200" b="1" dirty="0">
                <a:solidFill>
                  <a:srgbClr val="000000"/>
                </a:solidFill>
                <a:latin typeface="Times New Roman" panose="02020603050405020304" pitchFamily="18" charset="0"/>
                <a:cs typeface="Times New Roman" panose="02020603050405020304" pitchFamily="18" charset="0"/>
              </a:rPr>
              <a:t>Architecture </a:t>
            </a:r>
          </a:p>
        </p:txBody>
      </p:sp>
      <p:pic>
        <p:nvPicPr>
          <p:cNvPr id="2097154" name="Picture 2097157"/>
          <p:cNvPicPr>
            <a:picLocks/>
          </p:cNvPicPr>
          <p:nvPr/>
        </p:nvPicPr>
        <p:blipFill>
          <a:blip r:embed="rId3" cstate="print"/>
          <a:stretch>
            <a:fillRect/>
          </a:stretch>
        </p:blipFill>
        <p:spPr>
          <a:xfrm rot="21600000">
            <a:off x="1166327" y="1166326"/>
            <a:ext cx="6008914" cy="4795935"/>
          </a:xfrm>
          <a:prstGeom prst="rect">
            <a:avLst/>
          </a:prstGeom>
        </p:spPr>
      </p:pic>
      <p:sp>
        <p:nvSpPr>
          <p:cNvPr id="1048622" name="Slide Number Placeholder 1"/>
          <p:cNvSpPr>
            <a:spLocks noGrp="1"/>
          </p:cNvSpPr>
          <p:nvPr>
            <p:ph type="sldNum" sz="quarter" idx="12"/>
          </p:nvPr>
        </p:nvSpPr>
        <p:spPr/>
        <p:txBody>
          <a:bodyPr/>
          <a:lstStyle/>
          <a:p>
            <a:fld id="{D5B52ADC-5BFA-4FBD-BEE2-16096B7F4166}" type="slidenum">
              <a:rPr lang="zh-CN" altLang="en-US" smtClean="0"/>
              <a:pPr/>
              <a:t>9</a:t>
            </a:fld>
            <a:endParaRPr lang="zh-CN" alt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23" name="Slide Number Placeholder 1048711"/>
          <p:cNvSpPr>
            <a:spLocks noGrp="1"/>
          </p:cNvSpPr>
          <p:nvPr>
            <p:ph type="sldNum" sz="quarter" idx="12"/>
          </p:nvPr>
        </p:nvSpPr>
        <p:spPr/>
        <p:txBody>
          <a:bodyPr/>
          <a:lstStyle/>
          <a:p>
            <a:fld id="{D5B52ADC-5BFA-4FBD-BEE2-16096B7F4166}" type="slidenum">
              <a:rPr lang="zh-CN" altLang="en-US" smtClean="0"/>
              <a:pPr/>
              <a:t>10</a:t>
            </a:fld>
            <a:endParaRPr lang="zh-CN" altLang="en-US"/>
          </a:p>
        </p:txBody>
      </p:sp>
      <p:sp>
        <p:nvSpPr>
          <p:cNvPr id="1048624" name="TextBox 1048722"/>
          <p:cNvSpPr txBox="1"/>
          <p:nvPr/>
        </p:nvSpPr>
        <p:spPr>
          <a:xfrm>
            <a:off x="571999" y="152121"/>
            <a:ext cx="4000000" cy="954107"/>
          </a:xfrm>
          <a:prstGeom prst="rect">
            <a:avLst/>
          </a:prstGeom>
        </p:spPr>
        <p:txBody>
          <a:bodyPr wrap="square" rtlCol="0">
            <a:spAutoFit/>
          </a:bodyPr>
          <a:lstStyle/>
          <a:p>
            <a:r>
              <a:rPr lang="en-US" sz="3200" dirty="0">
                <a:solidFill>
                  <a:srgbClr val="000000"/>
                </a:solidFill>
                <a:latin typeface="Times New Roman" pitchFamily="18" charset="0"/>
                <a:cs typeface="Times New Roman" pitchFamily="18" charset="0"/>
              </a:rPr>
              <a:t>UML Diagrams </a:t>
            </a:r>
          </a:p>
          <a:p>
            <a:r>
              <a:rPr lang="en-US" sz="2400" b="1" dirty="0">
                <a:solidFill>
                  <a:srgbClr val="000000"/>
                </a:solidFill>
                <a:latin typeface="Times New Roman" pitchFamily="18" charset="0"/>
                <a:cs typeface="Times New Roman" pitchFamily="18" charset="0"/>
              </a:rPr>
              <a:t>Use case </a:t>
            </a:r>
          </a:p>
        </p:txBody>
      </p:sp>
      <p:pic>
        <p:nvPicPr>
          <p:cNvPr id="5" name="Picture 4" descr="Use case 1.jpg"/>
          <p:cNvPicPr>
            <a:picLocks noChangeAspect="1"/>
          </p:cNvPicPr>
          <p:nvPr/>
        </p:nvPicPr>
        <p:blipFill>
          <a:blip r:embed="rId3"/>
          <a:srcRect l="15205" t="7098" r="4184" b="3832"/>
          <a:stretch>
            <a:fillRect/>
          </a:stretch>
        </p:blipFill>
        <p:spPr>
          <a:xfrm>
            <a:off x="550507" y="1324947"/>
            <a:ext cx="7744408" cy="5169159"/>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25" name="Slide Number Placeholder 1048715"/>
          <p:cNvSpPr>
            <a:spLocks noGrp="1"/>
          </p:cNvSpPr>
          <p:nvPr>
            <p:ph type="sldNum" sz="quarter" idx="12"/>
          </p:nvPr>
        </p:nvSpPr>
        <p:spPr/>
        <p:txBody>
          <a:bodyPr/>
          <a:lstStyle/>
          <a:p>
            <a:fld id="{D5B52ADC-5BFA-4FBD-BEE2-16096B7F4166}" type="slidenum">
              <a:rPr lang="zh-CN" altLang="en-US" smtClean="0"/>
              <a:pPr/>
              <a:t>11</a:t>
            </a:fld>
            <a:endParaRPr lang="zh-CN" altLang="en-US"/>
          </a:p>
        </p:txBody>
      </p:sp>
      <p:sp>
        <p:nvSpPr>
          <p:cNvPr id="1048626" name="TextBox 1048716"/>
          <p:cNvSpPr txBox="1"/>
          <p:nvPr/>
        </p:nvSpPr>
        <p:spPr>
          <a:xfrm>
            <a:off x="148781" y="514506"/>
            <a:ext cx="5178617" cy="461665"/>
          </a:xfrm>
          <a:prstGeom prst="rect">
            <a:avLst/>
          </a:prstGeom>
        </p:spPr>
        <p:txBody>
          <a:bodyPr wrap="square" rtlCol="0">
            <a:spAutoFit/>
          </a:bodyPr>
          <a:lstStyle/>
          <a:p>
            <a:r>
              <a:rPr lang="en-US" sz="2400" b="1" dirty="0">
                <a:solidFill>
                  <a:srgbClr val="000000"/>
                </a:solidFill>
                <a:latin typeface="Times New Roman" pitchFamily="18" charset="0"/>
                <a:cs typeface="Times New Roman" pitchFamily="18" charset="0"/>
              </a:rPr>
              <a:t>Class diagram </a:t>
            </a:r>
          </a:p>
        </p:txBody>
      </p:sp>
      <p:pic>
        <p:nvPicPr>
          <p:cNvPr id="2097156" name="Picture 2097159"/>
          <p:cNvPicPr>
            <a:picLocks/>
          </p:cNvPicPr>
          <p:nvPr/>
        </p:nvPicPr>
        <p:blipFill>
          <a:blip r:embed="rId3"/>
          <a:stretch>
            <a:fillRect/>
          </a:stretch>
        </p:blipFill>
        <p:spPr>
          <a:xfrm>
            <a:off x="177282" y="1056823"/>
            <a:ext cx="8742783" cy="5565247"/>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27" name="Slide Number Placeholder 1048719"/>
          <p:cNvSpPr>
            <a:spLocks noGrp="1"/>
          </p:cNvSpPr>
          <p:nvPr>
            <p:ph type="sldNum" sz="quarter" idx="12"/>
          </p:nvPr>
        </p:nvSpPr>
        <p:spPr/>
        <p:txBody>
          <a:bodyPr/>
          <a:lstStyle/>
          <a:p>
            <a:fld id="{D5B52ADC-5BFA-4FBD-BEE2-16096B7F4166}" type="slidenum">
              <a:rPr lang="zh-CN" altLang="en-US" smtClean="0"/>
              <a:pPr/>
              <a:t>12</a:t>
            </a:fld>
            <a:endParaRPr lang="zh-CN" altLang="en-US"/>
          </a:p>
        </p:txBody>
      </p:sp>
      <p:sp>
        <p:nvSpPr>
          <p:cNvPr id="1048628" name="TextBox 1048720"/>
          <p:cNvSpPr txBox="1"/>
          <p:nvPr/>
        </p:nvSpPr>
        <p:spPr>
          <a:xfrm>
            <a:off x="220801" y="436852"/>
            <a:ext cx="4000000" cy="461665"/>
          </a:xfrm>
          <a:prstGeom prst="rect">
            <a:avLst/>
          </a:prstGeom>
        </p:spPr>
        <p:txBody>
          <a:bodyPr wrap="square" rtlCol="0">
            <a:spAutoFit/>
          </a:bodyPr>
          <a:lstStyle/>
          <a:p>
            <a:r>
              <a:rPr lang="en-US" sz="2400" b="1" dirty="0">
                <a:solidFill>
                  <a:srgbClr val="000000"/>
                </a:solidFill>
                <a:latin typeface="Times New Roman" pitchFamily="18" charset="0"/>
                <a:cs typeface="Times New Roman" pitchFamily="18" charset="0"/>
              </a:rPr>
              <a:t>Activity diagram </a:t>
            </a:r>
          </a:p>
        </p:txBody>
      </p:sp>
      <p:pic>
        <p:nvPicPr>
          <p:cNvPr id="2097157" name="Picture 2097160"/>
          <p:cNvPicPr>
            <a:picLocks/>
          </p:cNvPicPr>
          <p:nvPr/>
        </p:nvPicPr>
        <p:blipFill>
          <a:blip r:embed="rId3"/>
          <a:stretch>
            <a:fillRect/>
          </a:stretch>
        </p:blipFill>
        <p:spPr>
          <a:xfrm>
            <a:off x="1056923" y="1016416"/>
            <a:ext cx="7352467" cy="5728937"/>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1048629" name="Slide Number Placeholder 1048640"/>
          <p:cNvSpPr>
            <a:spLocks noGrp="1"/>
          </p:cNvSpPr>
          <p:nvPr>
            <p:ph type="sldNum" sz="quarter" idx="12"/>
          </p:nvPr>
        </p:nvSpPr>
        <p:spPr/>
        <p:txBody>
          <a:bodyPr/>
          <a:lstStyle/>
          <a:p>
            <a:fld id="{D5B52ADC-5BFA-4FBD-BEE2-16096B7F4166}" type="slidenum">
              <a:rPr lang="zh-CN" altLang="en-US" smtClean="0"/>
              <a:pPr/>
              <a:t>13</a:t>
            </a:fld>
            <a:endParaRPr lang="zh-CN" altLang="en-US"/>
          </a:p>
        </p:txBody>
      </p:sp>
      <p:sp>
        <p:nvSpPr>
          <p:cNvPr id="1048630" name="TextBox 1048641"/>
          <p:cNvSpPr txBox="1"/>
          <p:nvPr/>
        </p:nvSpPr>
        <p:spPr>
          <a:xfrm>
            <a:off x="234191" y="398025"/>
            <a:ext cx="4000000" cy="461665"/>
          </a:xfrm>
          <a:prstGeom prst="rect">
            <a:avLst/>
          </a:prstGeom>
        </p:spPr>
        <p:txBody>
          <a:bodyPr wrap="square" rtlCol="0">
            <a:spAutoFit/>
          </a:bodyPr>
          <a:lstStyle/>
          <a:p>
            <a:r>
              <a:rPr lang="en-US" sz="2400" b="1" dirty="0">
                <a:solidFill>
                  <a:srgbClr val="000000"/>
                </a:solidFill>
                <a:latin typeface="Times New Roman" pitchFamily="18" charset="0"/>
                <a:cs typeface="Times New Roman" pitchFamily="18" charset="0"/>
              </a:rPr>
              <a:t>Sequence diagram </a:t>
            </a:r>
          </a:p>
        </p:txBody>
      </p:sp>
      <p:pic>
        <p:nvPicPr>
          <p:cNvPr id="2097158" name="Picture 2097157"/>
          <p:cNvPicPr>
            <a:picLocks/>
          </p:cNvPicPr>
          <p:nvPr/>
        </p:nvPicPr>
        <p:blipFill>
          <a:blip r:embed="rId3" cstate="print"/>
          <a:stretch>
            <a:fillRect/>
          </a:stretch>
        </p:blipFill>
        <p:spPr>
          <a:xfrm>
            <a:off x="466531" y="1169028"/>
            <a:ext cx="8005665" cy="5688971"/>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1048631" name="TextBox 1048599"/>
          <p:cNvSpPr txBox="1"/>
          <p:nvPr/>
        </p:nvSpPr>
        <p:spPr>
          <a:xfrm>
            <a:off x="174163" y="260480"/>
            <a:ext cx="4572000" cy="584775"/>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3200" b="1" dirty="0">
                <a:solidFill>
                  <a:srgbClr val="000000"/>
                </a:solidFill>
                <a:latin typeface="Times New Roman" panose="02020603050405020304" pitchFamily="18" charset="0"/>
                <a:cs typeface="Times New Roman" panose="02020603050405020304" pitchFamily="18" charset="0"/>
              </a:rPr>
              <a:t>Literature Survey </a:t>
            </a:r>
          </a:p>
        </p:txBody>
      </p:sp>
      <p:sp>
        <p:nvSpPr>
          <p:cNvPr id="1048632" name="TextBox 1048692"/>
          <p:cNvSpPr txBox="1"/>
          <p:nvPr/>
        </p:nvSpPr>
        <p:spPr>
          <a:xfrm>
            <a:off x="174163" y="845255"/>
            <a:ext cx="8795674" cy="3416320"/>
          </a:xfrm>
          <a:prstGeom prst="rect">
            <a:avLst/>
          </a:prstGeom>
        </p:spPr>
        <p:txBody>
          <a:bodyPr wrap="square" rtlCol="0">
            <a:spAutoFit/>
          </a:bodyPr>
          <a:lstStyle/>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*"Deepfake Video Detection using Convolutional Neural Networks"* by</a:t>
            </a:r>
            <a:r>
              <a:rPr lang="en-US" sz="2400" b="1" dirty="0">
                <a:solidFill>
                  <a:srgbClr val="000000"/>
                </a:solidFill>
                <a:latin typeface="Times New Roman" panose="02020603050405020304" pitchFamily="18" charset="0"/>
                <a:cs typeface="Times New Roman" panose="02020603050405020304" pitchFamily="18" charset="0"/>
              </a:rPr>
              <a:t> Li et al</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smtClean="0">
                <a:solidFill>
                  <a:srgbClr val="000000"/>
                </a:solidFill>
                <a:latin typeface="Times New Roman" panose="02020603050405020304" pitchFamily="18" charset="0"/>
                <a:cs typeface="Times New Roman" panose="02020603050405020304" pitchFamily="18" charset="0"/>
              </a:rPr>
              <a:t>2020).</a:t>
            </a:r>
            <a:endParaRPr lang="en-US" sz="2400" dirty="0">
              <a:solidFill>
                <a:srgbClr val="000000"/>
              </a:solidFill>
              <a:latin typeface="Times New Roman" panose="02020603050405020304" pitchFamily="18" charset="0"/>
              <a:cs typeface="Times New Roman" panose="02020603050405020304" pitchFamily="18" charset="0"/>
            </a:endParaRPr>
          </a:p>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*"Deepfake Video Detection using RNNs"* by </a:t>
            </a:r>
            <a:r>
              <a:rPr lang="en-US" sz="2400" b="1" dirty="0">
                <a:solidFill>
                  <a:srgbClr val="000000"/>
                </a:solidFill>
                <a:latin typeface="Times New Roman" panose="02020603050405020304" pitchFamily="18" charset="0"/>
                <a:cs typeface="Times New Roman" panose="02020603050405020304" pitchFamily="18" charset="0"/>
              </a:rPr>
              <a:t>Kim et al</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smtClean="0">
                <a:solidFill>
                  <a:srgbClr val="000000"/>
                </a:solidFill>
                <a:latin typeface="Times New Roman" panose="02020603050405020304" pitchFamily="18" charset="0"/>
                <a:cs typeface="Times New Roman" panose="02020603050405020304" pitchFamily="18" charset="0"/>
              </a:rPr>
              <a:t>2018) </a:t>
            </a:r>
            <a:r>
              <a:rPr lang="en-US" sz="2400" dirty="0">
                <a:solidFill>
                  <a:srgbClr val="000000"/>
                </a:solidFill>
                <a:latin typeface="Times New Roman" panose="02020603050405020304" pitchFamily="18" charset="0"/>
                <a:cs typeface="Times New Roman" panose="02020603050405020304" pitchFamily="18" charset="0"/>
              </a:rPr>
              <a:t>- This paper proposes a RNNs-based approach for detecting deepfake videos.
*"Deepfake Video Detection using CNN"* by </a:t>
            </a:r>
            <a:r>
              <a:rPr lang="en-US" sz="2400" b="1" dirty="0">
                <a:solidFill>
                  <a:srgbClr val="000000"/>
                </a:solidFill>
                <a:latin typeface="Times New Roman" panose="02020603050405020304" pitchFamily="18" charset="0"/>
                <a:cs typeface="Times New Roman" panose="02020603050405020304" pitchFamily="18" charset="0"/>
              </a:rPr>
              <a:t>Wang</a:t>
            </a:r>
            <a:r>
              <a:rPr lang="en-US" sz="2400" dirty="0">
                <a:solidFill>
                  <a:srgbClr val="000000"/>
                </a:solidFill>
                <a:latin typeface="Times New Roman" panose="02020603050405020304" pitchFamily="18" charset="0"/>
                <a:cs typeface="Times New Roman" panose="02020603050405020304" pitchFamily="18" charset="0"/>
              </a:rPr>
              <a:t> </a:t>
            </a:r>
            <a:r>
              <a:rPr lang="en-US" sz="2400" b="1" dirty="0">
                <a:solidFill>
                  <a:srgbClr val="000000"/>
                </a:solidFill>
                <a:latin typeface="Times New Roman" panose="02020603050405020304" pitchFamily="18" charset="0"/>
                <a:cs typeface="Times New Roman" panose="02020603050405020304" pitchFamily="18" charset="0"/>
              </a:rPr>
              <a:t>et</a:t>
            </a:r>
            <a:r>
              <a:rPr lang="en-US" sz="2400" dirty="0">
                <a:solidFill>
                  <a:srgbClr val="000000"/>
                </a:solidFill>
                <a:latin typeface="Times New Roman" panose="02020603050405020304" pitchFamily="18" charset="0"/>
                <a:cs typeface="Times New Roman" panose="02020603050405020304" pitchFamily="18" charset="0"/>
              </a:rPr>
              <a:t> </a:t>
            </a:r>
            <a:r>
              <a:rPr lang="en-US" sz="2400" b="1" dirty="0">
                <a:solidFill>
                  <a:srgbClr val="000000"/>
                </a:solidFill>
                <a:latin typeface="Times New Roman" panose="02020603050405020304" pitchFamily="18" charset="0"/>
                <a:cs typeface="Times New Roman" panose="02020603050405020304" pitchFamily="18" charset="0"/>
              </a:rPr>
              <a:t>al</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smtClean="0">
                <a:solidFill>
                  <a:srgbClr val="000000"/>
                </a:solidFill>
                <a:latin typeface="Times New Roman" panose="02020603050405020304" pitchFamily="18" charset="0"/>
                <a:cs typeface="Times New Roman" panose="02020603050405020304" pitchFamily="18" charset="0"/>
              </a:rPr>
              <a:t>2017).</a:t>
            </a:r>
            <a:endParaRPr lang="zh-CN" altLang="en-US" dirty="0"/>
          </a:p>
        </p:txBody>
      </p:sp>
      <p:sp>
        <p:nvSpPr>
          <p:cNvPr id="1048633" name="Slide Number Placeholder 1"/>
          <p:cNvSpPr>
            <a:spLocks noGrp="1"/>
          </p:cNvSpPr>
          <p:nvPr>
            <p:ph type="sldNum" sz="quarter" idx="12"/>
          </p:nvPr>
        </p:nvSpPr>
        <p:spPr/>
        <p:txBody>
          <a:bodyPr/>
          <a:lstStyle/>
          <a:p>
            <a:fld id="{D5B52ADC-5BFA-4FBD-BEE2-16096B7F4166}" type="slidenum">
              <a:rPr lang="zh-CN" altLang="en-US" smtClean="0"/>
              <a:pPr/>
              <a:t>14</a:t>
            </a:fld>
            <a:endParaRPr lang="zh-CN"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1048634" name="TextBox 1048667"/>
          <p:cNvSpPr txBox="1"/>
          <p:nvPr/>
        </p:nvSpPr>
        <p:spPr>
          <a:xfrm>
            <a:off x="169432" y="229775"/>
            <a:ext cx="6791122" cy="584775"/>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3200" b="1" dirty="0">
                <a:solidFill>
                  <a:srgbClr val="000000"/>
                </a:solidFill>
                <a:latin typeface="Times New Roman" panose="02020603050405020304" pitchFamily="18" charset="0"/>
                <a:cs typeface="Times New Roman" panose="02020603050405020304" pitchFamily="18" charset="0"/>
              </a:rPr>
              <a:t>System Specification </a:t>
            </a:r>
          </a:p>
        </p:txBody>
      </p:sp>
      <p:sp>
        <p:nvSpPr>
          <p:cNvPr id="1048635" name="TextBox 1048668"/>
          <p:cNvSpPr txBox="1"/>
          <p:nvPr/>
        </p:nvSpPr>
        <p:spPr>
          <a:xfrm>
            <a:off x="370184" y="1073020"/>
            <a:ext cx="4000002" cy="461665"/>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2400" b="1" dirty="0">
                <a:solidFill>
                  <a:srgbClr val="000000"/>
                </a:solidFill>
                <a:latin typeface="Times New Roman" panose="02020603050405020304" pitchFamily="18" charset="0"/>
                <a:cs typeface="Times New Roman" panose="02020603050405020304" pitchFamily="18" charset="0"/>
              </a:rPr>
              <a:t>Software requirements</a:t>
            </a:r>
            <a:r>
              <a:rPr lang="en-US" sz="2400" dirty="0">
                <a:solidFill>
                  <a:srgbClr val="000000"/>
                </a:solidFill>
                <a:latin typeface="Times New Roman" panose="02020603050405020304" pitchFamily="18" charset="0"/>
                <a:cs typeface="Times New Roman" panose="02020603050405020304" pitchFamily="18" charset="0"/>
              </a:rPr>
              <a:t> </a:t>
            </a:r>
          </a:p>
        </p:txBody>
      </p:sp>
      <p:sp>
        <p:nvSpPr>
          <p:cNvPr id="1048636" name="TextBox 1048669"/>
          <p:cNvSpPr txBox="1"/>
          <p:nvPr/>
        </p:nvSpPr>
        <p:spPr>
          <a:xfrm>
            <a:off x="4739951" y="1073020"/>
            <a:ext cx="6404049" cy="461665"/>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2400" b="1" dirty="0">
                <a:solidFill>
                  <a:srgbClr val="000000"/>
                </a:solidFill>
                <a:latin typeface="Times New Roman" panose="02020603050405020304" pitchFamily="18" charset="0"/>
                <a:cs typeface="Times New Roman" panose="02020603050405020304" pitchFamily="18" charset="0"/>
              </a:rPr>
              <a:t>Hardware requirements</a:t>
            </a:r>
            <a:r>
              <a:rPr lang="en-US" sz="2400" dirty="0">
                <a:solidFill>
                  <a:srgbClr val="000000"/>
                </a:solidFill>
                <a:latin typeface="Times New Roman" panose="02020603050405020304" pitchFamily="18" charset="0"/>
                <a:cs typeface="Times New Roman" panose="02020603050405020304" pitchFamily="18" charset="0"/>
              </a:rPr>
              <a:t> </a:t>
            </a:r>
          </a:p>
        </p:txBody>
      </p:sp>
      <p:sp>
        <p:nvSpPr>
          <p:cNvPr id="1048637" name="TextBox 1048698"/>
          <p:cNvSpPr txBox="1"/>
          <p:nvPr/>
        </p:nvSpPr>
        <p:spPr>
          <a:xfrm>
            <a:off x="175097" y="1507788"/>
            <a:ext cx="4116985" cy="1477328"/>
          </a:xfrm>
          <a:prstGeom prst="rect">
            <a:avLst/>
          </a:prstGeom>
        </p:spPr>
        <p:txBody>
          <a:bodyPr wrap="square" rtlCol="0">
            <a:spAutoFit/>
          </a:bodyPr>
          <a:lstStyle/>
          <a:p>
            <a:pPr marL="342900" indent="-342900">
              <a:lnSpc>
                <a:spcPct val="150000"/>
              </a:lnSpc>
              <a:buFont typeface="Arial" panose="020B0604020202020204" pitchFamily="34" charset="0"/>
              <a:buChar char="•"/>
            </a:pPr>
            <a:r>
              <a:rPr lang="en-US" sz="2000" dirty="0" smtClean="0">
                <a:solidFill>
                  <a:srgbClr val="000000"/>
                </a:solidFill>
                <a:latin typeface="Times New Roman" panose="02020603050405020304" pitchFamily="18" charset="0"/>
                <a:cs typeface="Times New Roman" panose="02020603050405020304" pitchFamily="18" charset="0"/>
              </a:rPr>
              <a:t>Operating system: Windows 10/11</a:t>
            </a:r>
            <a:r>
              <a:rPr lang="en-US" sz="2000" dirty="0">
                <a:solidFill>
                  <a:srgbClr val="000000"/>
                </a:solidFill>
                <a:latin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r>
              <a:rPr lang="en-US" sz="2000" dirty="0" smtClean="0">
                <a:solidFill>
                  <a:srgbClr val="000000"/>
                </a:solidFill>
                <a:latin typeface="Times New Roman" panose="02020603050405020304" pitchFamily="18" charset="0"/>
                <a:cs typeface="Times New Roman" panose="02020603050405020304" pitchFamily="18" charset="0"/>
              </a:rPr>
              <a:t>Language             : Python</a:t>
            </a:r>
            <a:r>
              <a:rPr lang="en-US" sz="2000" dirty="0">
                <a:solidFill>
                  <a:srgbClr val="000000"/>
                </a:solidFill>
                <a:latin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r>
              <a:rPr lang="en-US" sz="2000" dirty="0" smtClean="0">
                <a:solidFill>
                  <a:srgbClr val="000000"/>
                </a:solidFill>
                <a:latin typeface="Times New Roman" panose="02020603050405020304" pitchFamily="18" charset="0"/>
                <a:cs typeface="Times New Roman" panose="02020603050405020304" pitchFamily="18" charset="0"/>
              </a:rPr>
              <a:t>Tool                     </a:t>
            </a:r>
            <a:r>
              <a:rPr lang="en-US" sz="2000" dirty="0" smtClean="0">
                <a:solidFill>
                  <a:srgbClr val="000000"/>
                </a:solidFill>
                <a:latin typeface="Times New Roman" panose="02020603050405020304" pitchFamily="18" charset="0"/>
                <a:cs typeface="Times New Roman" panose="02020603050405020304" pitchFamily="18" charset="0"/>
              </a:rPr>
              <a:t> : </a:t>
            </a:r>
            <a:r>
              <a:rPr lang="en-US" sz="2000" dirty="0" smtClean="0">
                <a:solidFill>
                  <a:srgbClr val="000000"/>
                </a:solidFill>
                <a:latin typeface="Times New Roman" panose="02020603050405020304" pitchFamily="18" charset="0"/>
                <a:cs typeface="Times New Roman" panose="02020603050405020304" pitchFamily="18" charset="0"/>
              </a:rPr>
              <a:t>Python 3.9.</a:t>
            </a: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1048638" name="TextBox 1048707"/>
          <p:cNvSpPr txBox="1"/>
          <p:nvPr/>
        </p:nvSpPr>
        <p:spPr>
          <a:xfrm>
            <a:off x="4627984" y="1508758"/>
            <a:ext cx="4376355" cy="1938992"/>
          </a:xfrm>
          <a:prstGeom prst="rect">
            <a:avLst/>
          </a:prstGeom>
        </p:spPr>
        <p:txBody>
          <a:bodyPr wrap="square" rtlCol="0">
            <a:spAutoFit/>
          </a:bodyPr>
          <a:lstStyle/>
          <a:p>
            <a:pPr marL="342900" indent="-342900" algn="just">
              <a:lnSpc>
                <a:spcPct val="150000"/>
              </a:lnSpc>
              <a:buFont typeface="Arial" pitchFamily="34" charset="0"/>
              <a:buChar char="•"/>
            </a:pPr>
            <a:r>
              <a:rPr lang="en-US" sz="2000" dirty="0">
                <a:solidFill>
                  <a:srgbClr val="000000"/>
                </a:solidFill>
                <a:latin typeface="Times New Roman" panose="02020603050405020304" pitchFamily="18" charset="0"/>
                <a:cs typeface="Times New Roman" panose="02020603050405020304" pitchFamily="18" charset="0"/>
              </a:rPr>
              <a:t>Processor : Intel Core i5 (8th Gen)                                                                     </a:t>
            </a:r>
          </a:p>
          <a:p>
            <a:pPr marL="342900" indent="-342900" algn="just">
              <a:lnSpc>
                <a:spcPct val="150000"/>
              </a:lnSpc>
              <a:buFont typeface="Arial" pitchFamily="34" charset="0"/>
              <a:buChar char="•"/>
            </a:pPr>
            <a:r>
              <a:rPr lang="en-US" sz="2000" dirty="0" err="1">
                <a:solidFill>
                  <a:srgbClr val="000000"/>
                </a:solidFill>
                <a:latin typeface="Times New Roman" panose="02020603050405020304" pitchFamily="18" charset="0"/>
                <a:cs typeface="Times New Roman" panose="02020603050405020304" pitchFamily="18" charset="0"/>
              </a:rPr>
              <a:t>Stoarage</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smtClean="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256GB SSD + 1TB HDD (for dataset storage).</a:t>
            </a:r>
          </a:p>
          <a:p>
            <a:pPr marL="342900" indent="-342900" algn="just">
              <a:lnSpc>
                <a:spcPct val="150000"/>
              </a:lnSpc>
              <a:buFont typeface="Arial" pitchFamily="34" charset="0"/>
              <a:buChar char="•"/>
            </a:pPr>
            <a:r>
              <a:rPr lang="en-US" sz="2000" dirty="0" smtClean="0">
                <a:solidFill>
                  <a:srgbClr val="000000"/>
                </a:solidFill>
                <a:latin typeface="Times New Roman" panose="02020603050405020304" pitchFamily="18" charset="0"/>
                <a:cs typeface="Times New Roman" panose="02020603050405020304" pitchFamily="18" charset="0"/>
              </a:rPr>
              <a:t>RAM      :</a:t>
            </a:r>
            <a:r>
              <a:rPr lang="en-US" sz="2000" dirty="0">
                <a:solidFill>
                  <a:srgbClr val="000000"/>
                </a:solidFill>
                <a:latin typeface="Times New Roman" panose="02020603050405020304" pitchFamily="18" charset="0"/>
                <a:cs typeface="Times New Roman" panose="02020603050405020304" pitchFamily="18" charset="0"/>
              </a:rPr>
              <a:t>8GB</a:t>
            </a:r>
            <a:r>
              <a:rPr lang="en-US" sz="2000" dirty="0" smtClean="0">
                <a:solidFill>
                  <a:srgbClr val="000000"/>
                </a:solidFill>
                <a:latin typeface="Times New Roman" panose="02020603050405020304" pitchFamily="18" charset="0"/>
                <a:cs typeface="Times New Roman" panose="02020603050405020304" pitchFamily="18" charset="0"/>
              </a:rPr>
              <a:t>.</a:t>
            </a:r>
          </a:p>
        </p:txBody>
      </p:sp>
      <p:sp>
        <p:nvSpPr>
          <p:cNvPr id="1048639" name="Slide Number Placeholder 1"/>
          <p:cNvSpPr>
            <a:spLocks noGrp="1"/>
          </p:cNvSpPr>
          <p:nvPr>
            <p:ph type="sldNum" sz="quarter" idx="12"/>
          </p:nvPr>
        </p:nvSpPr>
        <p:spPr/>
        <p:txBody>
          <a:bodyPr/>
          <a:lstStyle/>
          <a:p>
            <a:fld id="{D5B52ADC-5BFA-4FBD-BEE2-16096B7F4166}" type="slidenum">
              <a:rPr lang="zh-CN" altLang="en-US" smtClean="0"/>
              <a:pPr/>
              <a:t>15</a:t>
            </a:fld>
            <a:endParaRPr lang="zh-CN" alt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1048640" name="TextBox 1048677"/>
          <p:cNvSpPr txBox="1"/>
          <p:nvPr/>
        </p:nvSpPr>
        <p:spPr>
          <a:xfrm>
            <a:off x="158891" y="229775"/>
            <a:ext cx="4000000" cy="584775"/>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3200" b="1" dirty="0">
                <a:solidFill>
                  <a:srgbClr val="000000"/>
                </a:solidFill>
                <a:latin typeface="Times New Roman" panose="02020603050405020304" pitchFamily="18" charset="0"/>
                <a:cs typeface="Times New Roman" panose="02020603050405020304" pitchFamily="18" charset="0"/>
              </a:rPr>
              <a:t>References </a:t>
            </a:r>
          </a:p>
        </p:txBody>
      </p:sp>
      <p:sp>
        <p:nvSpPr>
          <p:cNvPr id="1048641" name="TextBox 1048712"/>
          <p:cNvSpPr txBox="1"/>
          <p:nvPr/>
        </p:nvSpPr>
        <p:spPr>
          <a:xfrm>
            <a:off x="149289" y="814550"/>
            <a:ext cx="8947744" cy="1687963"/>
          </a:xfrm>
          <a:prstGeom prst="rect">
            <a:avLst/>
          </a:prstGeom>
        </p:spPr>
        <p:txBody>
          <a:bodyPr wrap="square" rtlCol="0">
            <a:spAutoFit/>
          </a:bodyPr>
          <a:lstStyle/>
          <a:p>
            <a:pPr algn="just">
              <a:lnSpc>
                <a:spcPct val="150000"/>
              </a:lnSpc>
            </a:pPr>
            <a:r>
              <a:rPr lang="en-US" sz="2400" b="1" dirty="0">
                <a:solidFill>
                  <a:srgbClr val="000000"/>
                </a:solidFill>
                <a:latin typeface="Times New Roman" panose="02020603050405020304" pitchFamily="18" charset="0"/>
                <a:cs typeface="Times New Roman" panose="02020603050405020304" pitchFamily="18" charset="0"/>
              </a:rPr>
              <a:t>Tack Hyun Jung, Sang Won Kim</a:t>
            </a:r>
            <a:r>
              <a:rPr lang="en-US" sz="2400" dirty="0">
                <a:solidFill>
                  <a:srgbClr val="000000"/>
                </a:solidFill>
                <a:latin typeface="Times New Roman" panose="02020603050405020304" pitchFamily="18" charset="0"/>
                <a:cs typeface="Times New Roman" panose="02020603050405020304" pitchFamily="18" charset="0"/>
              </a:rPr>
              <a:t>, and </a:t>
            </a:r>
            <a:r>
              <a:rPr lang="en-US" sz="2400" b="1" dirty="0">
                <a:solidFill>
                  <a:srgbClr val="000000"/>
                </a:solidFill>
                <a:latin typeface="Times New Roman" panose="02020603050405020304" pitchFamily="18" charset="0"/>
                <a:cs typeface="Times New Roman" panose="02020603050405020304" pitchFamily="18" charset="0"/>
              </a:rPr>
              <a:t>Kee Cheon Kim</a:t>
            </a:r>
            <a:r>
              <a:rPr lang="en-US" sz="2400" dirty="0">
                <a:solidFill>
                  <a:srgbClr val="000000"/>
                </a:solidFill>
                <a:latin typeface="Times New Roman" panose="02020603050405020304" pitchFamily="18" charset="0"/>
                <a:cs typeface="Times New Roman" panose="02020603050405020304" pitchFamily="18" charset="0"/>
              </a:rPr>
              <a:t>. Deep-Vision: Deepfakes Detection Using Human Eye Blinking Pattern. IEEE Access, 8:83144–83154, 2020.</a:t>
            </a:r>
            <a:endParaRPr lang="zh-CN" altLang="en-US" sz="2400" dirty="0"/>
          </a:p>
        </p:txBody>
      </p:sp>
      <p:sp>
        <p:nvSpPr>
          <p:cNvPr id="1048642" name="TextBox 1048713"/>
          <p:cNvSpPr txBox="1"/>
          <p:nvPr/>
        </p:nvSpPr>
        <p:spPr>
          <a:xfrm>
            <a:off x="98128" y="2502513"/>
            <a:ext cx="9050066" cy="1687963"/>
          </a:xfrm>
          <a:prstGeom prst="rect">
            <a:avLst/>
          </a:prstGeom>
        </p:spPr>
        <p:txBody>
          <a:bodyPr wrap="square" rtlCol="0">
            <a:spAutoFit/>
          </a:bodyPr>
          <a:lstStyle/>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 </a:t>
            </a:r>
            <a:r>
              <a:rPr lang="en-US" sz="2400" b="1" dirty="0">
                <a:solidFill>
                  <a:srgbClr val="000000"/>
                </a:solidFill>
                <a:latin typeface="Times New Roman" panose="02020603050405020304" pitchFamily="18" charset="0"/>
                <a:cs typeface="Times New Roman" panose="02020603050405020304" pitchFamily="18" charset="0"/>
              </a:rPr>
              <a:t>Chan, C., Gino </a:t>
            </a:r>
            <a:r>
              <a:rPr lang="en-US" sz="2400" b="1" dirty="0" err="1">
                <a:solidFill>
                  <a:srgbClr val="000000"/>
                </a:solidFill>
                <a:latin typeface="Times New Roman" panose="02020603050405020304" pitchFamily="18" charset="0"/>
                <a:cs typeface="Times New Roman" panose="02020603050405020304" pitchFamily="18" charset="0"/>
              </a:rPr>
              <a:t>sar</a:t>
            </a:r>
            <a:r>
              <a:rPr lang="en-US" sz="2400" b="1" dirty="0">
                <a:solidFill>
                  <a:srgbClr val="000000"/>
                </a:solidFill>
                <a:latin typeface="Times New Roman" panose="02020603050405020304" pitchFamily="18" charset="0"/>
                <a:cs typeface="Times New Roman" panose="02020603050405020304" pitchFamily="18" charset="0"/>
              </a:rPr>
              <a:t>, S., Zhou, T., &amp; Efros, A. A. </a:t>
            </a:r>
            <a:r>
              <a:rPr lang="en-US" sz="2400" dirty="0">
                <a:solidFill>
                  <a:srgbClr val="000000"/>
                </a:solidFill>
                <a:latin typeface="Times New Roman" panose="02020603050405020304" pitchFamily="18" charset="0"/>
                <a:cs typeface="Times New Roman" panose="02020603050405020304" pitchFamily="18" charset="0"/>
              </a:rPr>
              <a:t>(2019). In Proceedings of the IEEE/CVF International Conference on Computer Vision (pp. 5933-5942).</a:t>
            </a:r>
          </a:p>
        </p:txBody>
      </p:sp>
      <p:sp>
        <p:nvSpPr>
          <p:cNvPr id="1048643" name="Slide Number Placeholder 1"/>
          <p:cNvSpPr>
            <a:spLocks noGrp="1"/>
          </p:cNvSpPr>
          <p:nvPr>
            <p:ph type="sldNum" sz="quarter" idx="12"/>
          </p:nvPr>
        </p:nvSpPr>
        <p:spPr/>
        <p:txBody>
          <a:bodyPr/>
          <a:lstStyle/>
          <a:p>
            <a:fld id="{D5B52ADC-5BFA-4FBD-BEE2-16096B7F4166}" type="slidenum">
              <a:rPr lang="zh-CN" altLang="en-US" smtClean="0"/>
              <a:pPr/>
              <a:t>16</a:t>
            </a:fld>
            <a:endParaRPr lang="zh-CN"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44" name="Slide Number Placeholder 1048643"/>
          <p:cNvSpPr>
            <a:spLocks noGrp="1"/>
          </p:cNvSpPr>
          <p:nvPr>
            <p:ph type="sldNum" sz="quarter" idx="12"/>
          </p:nvPr>
        </p:nvSpPr>
        <p:spPr/>
        <p:txBody>
          <a:bodyPr/>
          <a:lstStyle/>
          <a:p>
            <a:fld id="{D5B52ADC-5BFA-4FBD-BEE2-16096B7F4166}" type="slidenum">
              <a:rPr lang="zh-CN" altLang="en-US" smtClean="0"/>
              <a:pPr/>
              <a:t>17</a:t>
            </a:fld>
            <a:endParaRPr lang="zh-CN" altLang="en-US"/>
          </a:p>
        </p:txBody>
      </p:sp>
      <p:sp>
        <p:nvSpPr>
          <p:cNvPr id="1048645" name="TextBox 1048644"/>
          <p:cNvSpPr txBox="1"/>
          <p:nvPr/>
        </p:nvSpPr>
        <p:spPr>
          <a:xfrm>
            <a:off x="569166" y="339179"/>
            <a:ext cx="4525348" cy="584775"/>
          </a:xfrm>
          <a:prstGeom prst="rect">
            <a:avLst/>
          </a:prstGeom>
        </p:spPr>
        <p:txBody>
          <a:bodyPr wrap="square" rtlCol="0">
            <a:spAutoFit/>
          </a:bodyPr>
          <a:lstStyle/>
          <a:p>
            <a:r>
              <a:rPr lang="en-US" sz="3200" b="1" dirty="0" smtClean="0">
                <a:solidFill>
                  <a:srgbClr val="000000"/>
                </a:solidFill>
                <a:latin typeface="Times New Roman" pitchFamily="18" charset="0"/>
                <a:cs typeface="Times New Roman" pitchFamily="18" charset="0"/>
              </a:rPr>
              <a:t>Implementation</a:t>
            </a:r>
            <a:endParaRPr lang="en-US" sz="3200" b="1" dirty="0">
              <a:solidFill>
                <a:srgbClr val="000000"/>
              </a:solidFill>
              <a:latin typeface="Times New Roman" pitchFamily="18" charset="0"/>
              <a:cs typeface="Times New Roman" pitchFamily="18" charset="0"/>
            </a:endParaRPr>
          </a:p>
        </p:txBody>
      </p:sp>
      <p:sp>
        <p:nvSpPr>
          <p:cNvPr id="1048646" name="TextBox 1048645"/>
          <p:cNvSpPr txBox="1"/>
          <p:nvPr/>
        </p:nvSpPr>
        <p:spPr>
          <a:xfrm>
            <a:off x="343225" y="973353"/>
            <a:ext cx="4572000" cy="954107"/>
          </a:xfrm>
          <a:prstGeom prst="rect">
            <a:avLst/>
          </a:prstGeom>
        </p:spPr>
        <p:txBody>
          <a:bodyPr wrap="square" rtlCol="0">
            <a:spAutoFit/>
          </a:bodyPr>
          <a:lstStyle/>
          <a:p>
            <a:r>
              <a:rPr lang="en-US" sz="2400" b="1" dirty="0" smtClean="0">
                <a:solidFill>
                  <a:srgbClr val="000000"/>
                </a:solidFill>
                <a:latin typeface="Times New Roman" pitchFamily="18" charset="0"/>
                <a:cs typeface="Times New Roman" pitchFamily="18" charset="0"/>
              </a:rPr>
              <a:t>    a)Modules</a:t>
            </a:r>
            <a:r>
              <a:rPr lang="en-US" sz="2800" dirty="0">
                <a:solidFill>
                  <a:srgbClr val="000000"/>
                </a:solidFill>
              </a:rPr>
              <a:t>
</a:t>
            </a:r>
          </a:p>
        </p:txBody>
      </p:sp>
      <p:sp>
        <p:nvSpPr>
          <p:cNvPr id="1048647" name="TextBox 1048646"/>
          <p:cNvSpPr txBox="1"/>
          <p:nvPr/>
        </p:nvSpPr>
        <p:spPr>
          <a:xfrm>
            <a:off x="699796" y="970384"/>
            <a:ext cx="4215427" cy="3046988"/>
          </a:xfrm>
          <a:prstGeom prst="rect">
            <a:avLst/>
          </a:prstGeom>
        </p:spPr>
        <p:txBody>
          <a:bodyPr wrap="square" rtlCol="0">
            <a:spAutoFit/>
          </a:bodyPr>
          <a:lstStyle/>
          <a:p>
            <a:pPr>
              <a:lnSpc>
                <a:spcPct val="150000"/>
              </a:lnSpc>
            </a:pPr>
            <a:r>
              <a:rPr lang="en-US" sz="2800" dirty="0">
                <a:solidFill>
                  <a:srgbClr val="000000"/>
                </a:solidFill>
              </a:rPr>
              <a:t>
</a:t>
            </a:r>
            <a:r>
              <a:rPr lang="en-US" sz="2000" dirty="0">
                <a:solidFill>
                  <a:srgbClr val="000000"/>
                </a:solidFill>
                <a:latin typeface="Times New Roman" pitchFamily="18" charset="0"/>
                <a:cs typeface="Times New Roman" pitchFamily="18" charset="0"/>
              </a:rPr>
              <a:t>1. Data collection. 
2. Data pre-processing. 
3. GAN Model Training. 
4. Deployment.
5. Model Evaluation.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48" name="Slide Number Placeholder 1048647"/>
          <p:cNvSpPr>
            <a:spLocks noGrp="1"/>
          </p:cNvSpPr>
          <p:nvPr>
            <p:ph type="sldNum" sz="quarter" idx="12"/>
          </p:nvPr>
        </p:nvSpPr>
        <p:spPr/>
        <p:txBody>
          <a:bodyPr/>
          <a:lstStyle/>
          <a:p>
            <a:fld id="{D5B52ADC-5BFA-4FBD-BEE2-16096B7F4166}" type="slidenum">
              <a:rPr lang="zh-CN" altLang="en-US" smtClean="0"/>
              <a:pPr/>
              <a:t>18</a:t>
            </a:fld>
            <a:endParaRPr lang="zh-CN" altLang="en-US"/>
          </a:p>
        </p:txBody>
      </p:sp>
      <p:sp>
        <p:nvSpPr>
          <p:cNvPr id="1048649" name="TextBox 1048648"/>
          <p:cNvSpPr txBox="1"/>
          <p:nvPr/>
        </p:nvSpPr>
        <p:spPr>
          <a:xfrm>
            <a:off x="298578" y="326571"/>
            <a:ext cx="4332621" cy="461665"/>
          </a:xfrm>
          <a:prstGeom prst="rect">
            <a:avLst/>
          </a:prstGeom>
        </p:spPr>
        <p:txBody>
          <a:bodyPr wrap="square" rtlCol="0">
            <a:spAutoFit/>
          </a:bodyPr>
          <a:lstStyle/>
          <a:p>
            <a:r>
              <a:rPr lang="en-US" sz="2400" b="1" dirty="0" smtClean="0">
                <a:solidFill>
                  <a:srgbClr val="000000"/>
                </a:solidFill>
                <a:latin typeface="Times New Roman" pitchFamily="18" charset="0"/>
                <a:cs typeface="Times New Roman" pitchFamily="18" charset="0"/>
              </a:rPr>
              <a:t>b)Sample </a:t>
            </a:r>
            <a:r>
              <a:rPr lang="en-US" sz="2400" b="1" dirty="0">
                <a:solidFill>
                  <a:srgbClr val="000000"/>
                </a:solidFill>
                <a:latin typeface="Times New Roman" pitchFamily="18" charset="0"/>
                <a:cs typeface="Times New Roman" pitchFamily="18" charset="0"/>
              </a:rPr>
              <a:t>code</a:t>
            </a:r>
          </a:p>
        </p:txBody>
      </p:sp>
      <p:sp>
        <p:nvSpPr>
          <p:cNvPr id="1048650" name="TextBox 1048649"/>
          <p:cNvSpPr txBox="1"/>
          <p:nvPr/>
        </p:nvSpPr>
        <p:spPr>
          <a:xfrm>
            <a:off x="0" y="778087"/>
            <a:ext cx="4665308" cy="6001643"/>
          </a:xfrm>
          <a:prstGeom prst="rect">
            <a:avLst/>
          </a:prstGeom>
        </p:spPr>
        <p:txBody>
          <a:bodyPr wrap="square" rtlCol="0">
            <a:spAutoFit/>
          </a:bodyPr>
          <a:lstStyle/>
          <a:p>
            <a:r>
              <a:rPr lang="en-US" dirty="0">
                <a:solidFill>
                  <a:srgbClr val="000000"/>
                </a:solidFill>
                <a:latin typeface="Times New Roman" pitchFamily="18" charset="0"/>
                <a:cs typeface="Times New Roman" pitchFamily="18" charset="0"/>
              </a:rPr>
              <a:t>import </a:t>
            </a:r>
            <a:r>
              <a:rPr lang="en-US" dirty="0" err="1">
                <a:solidFill>
                  <a:srgbClr val="000000"/>
                </a:solidFill>
                <a:latin typeface="Times New Roman" pitchFamily="18" charset="0"/>
                <a:cs typeface="Times New Roman" pitchFamily="18" charset="0"/>
              </a:rPr>
              <a:t>streamlit</a:t>
            </a:r>
            <a:r>
              <a:rPr lang="en-US" dirty="0">
                <a:solidFill>
                  <a:srgbClr val="000000"/>
                </a:solidFill>
                <a:latin typeface="Times New Roman" pitchFamily="18" charset="0"/>
                <a:cs typeface="Times New Roman" pitchFamily="18" charset="0"/>
              </a:rPr>
              <a:t> as </a:t>
            </a:r>
            <a:r>
              <a:rPr lang="en-US" dirty="0" err="1">
                <a:solidFill>
                  <a:srgbClr val="000000"/>
                </a:solidFill>
                <a:latin typeface="Times New Roman" pitchFamily="18" charset="0"/>
                <a:cs typeface="Times New Roman" pitchFamily="18" charset="0"/>
              </a:rPr>
              <a:t>st</a:t>
            </a:r>
            <a:r>
              <a:rPr lang="en-US" dirty="0">
                <a:solidFill>
                  <a:srgbClr val="000000"/>
                </a:solidFill>
                <a:latin typeface="Times New Roman" pitchFamily="18" charset="0"/>
                <a:cs typeface="Times New Roman" pitchFamily="18" charset="0"/>
              </a:rPr>
              <a:t>, torch, cv2, </a:t>
            </a:r>
            <a:r>
              <a:rPr lang="en-US" dirty="0" err="1">
                <a:solidFill>
                  <a:srgbClr val="000000"/>
                </a:solidFill>
                <a:latin typeface="Times New Roman" pitchFamily="18" charset="0"/>
                <a:cs typeface="Times New Roman" pitchFamily="18" charset="0"/>
              </a:rPr>
              <a:t>face_recognition</a:t>
            </a:r>
            <a:r>
              <a:rPr lang="en-US" dirty="0">
                <a:solidFill>
                  <a:srgbClr val="000000"/>
                </a:solidFill>
                <a:latin typeface="Times New Roman" pitchFamily="18" charset="0"/>
                <a:cs typeface="Times New Roman" pitchFamily="18" charset="0"/>
              </a:rPr>
              <a:t>
from </a:t>
            </a:r>
            <a:r>
              <a:rPr lang="en-US" dirty="0" err="1">
                <a:solidFill>
                  <a:srgbClr val="000000"/>
                </a:solidFill>
                <a:latin typeface="Times New Roman" pitchFamily="18" charset="0"/>
                <a:cs typeface="Times New Roman" pitchFamily="18" charset="0"/>
              </a:rPr>
              <a:t>torchvision</a:t>
            </a:r>
            <a:r>
              <a:rPr lang="en-US" dirty="0">
                <a:solidFill>
                  <a:srgbClr val="000000"/>
                </a:solidFill>
                <a:latin typeface="Times New Roman" pitchFamily="18" charset="0"/>
                <a:cs typeface="Times New Roman" pitchFamily="18" charset="0"/>
              </a:rPr>
              <a:t> import models, transforms; from torch import </a:t>
            </a:r>
            <a:r>
              <a:rPr lang="en-US" dirty="0" err="1">
                <a:solidFill>
                  <a:srgbClr val="000000"/>
                </a:solidFill>
                <a:latin typeface="Times New Roman" pitchFamily="18" charset="0"/>
                <a:cs typeface="Times New Roman" pitchFamily="18" charset="0"/>
              </a:rPr>
              <a:t>nn</a:t>
            </a:r>
            <a:r>
              <a:rPr lang="en-US" dirty="0">
                <a:solidFill>
                  <a:srgbClr val="000000"/>
                </a:solidFill>
                <a:latin typeface="Times New Roman" pitchFamily="18" charset="0"/>
                <a:cs typeface="Times New Roman" pitchFamily="18" charset="0"/>
              </a:rPr>
              <a:t>; from </a:t>
            </a:r>
            <a:r>
              <a:rPr lang="en-US" dirty="0" err="1">
                <a:solidFill>
                  <a:srgbClr val="000000"/>
                </a:solidFill>
                <a:latin typeface="Times New Roman" pitchFamily="18" charset="0"/>
                <a:cs typeface="Times New Roman" pitchFamily="18" charset="0"/>
              </a:rPr>
              <a:t>torch.nn.functional</a:t>
            </a:r>
            <a:r>
              <a:rPr lang="en-US" dirty="0">
                <a:solidFill>
                  <a:srgbClr val="000000"/>
                </a:solidFill>
                <a:latin typeface="Times New Roman" pitchFamily="18" charset="0"/>
                <a:cs typeface="Times New Roman" pitchFamily="18" charset="0"/>
              </a:rPr>
              <a:t> import </a:t>
            </a:r>
            <a:r>
              <a:rPr lang="en-US" dirty="0" err="1">
                <a:solidFill>
                  <a:srgbClr val="000000"/>
                </a:solidFill>
                <a:latin typeface="Times New Roman" pitchFamily="18" charset="0"/>
                <a:cs typeface="Times New Roman" pitchFamily="18" charset="0"/>
              </a:rPr>
              <a:t>softmax</a:t>
            </a:r>
            <a:r>
              <a:rPr lang="en-US" dirty="0">
                <a:solidFill>
                  <a:srgbClr val="000000"/>
                </a:solidFill>
                <a:latin typeface="Times New Roman" pitchFamily="18" charset="0"/>
                <a:cs typeface="Times New Roman" pitchFamily="18" charset="0"/>
              </a:rPr>
              <a:t>
class Model(</a:t>
            </a:r>
            <a:r>
              <a:rPr lang="en-US" dirty="0" err="1">
                <a:solidFill>
                  <a:srgbClr val="000000"/>
                </a:solidFill>
                <a:latin typeface="Times New Roman" pitchFamily="18" charset="0"/>
                <a:cs typeface="Times New Roman" pitchFamily="18" charset="0"/>
              </a:rPr>
              <a:t>nn.Module</a:t>
            </a:r>
            <a:r>
              <a:rPr lang="en-US" dirty="0">
                <a:solidFill>
                  <a:srgbClr val="000000"/>
                </a:solidFill>
                <a:latin typeface="Times New Roman" pitchFamily="18" charset="0"/>
                <a:cs typeface="Times New Roman" pitchFamily="18" charset="0"/>
              </a:rPr>
              <a:t>):
    def __init__(self): super().__init__()
        m = models.resnext50_32x4d(</a:t>
            </a:r>
            <a:r>
              <a:rPr lang="en-US" dirty="0" err="1">
                <a:solidFill>
                  <a:srgbClr val="000000"/>
                </a:solidFill>
                <a:latin typeface="Times New Roman" pitchFamily="18" charset="0"/>
                <a:cs typeface="Times New Roman" pitchFamily="18" charset="0"/>
              </a:rPr>
              <a:t>pretrained</a:t>
            </a:r>
            <a:r>
              <a:rPr lang="en-US" dirty="0">
                <a:solidFill>
                  <a:srgbClr val="000000"/>
                </a:solidFill>
                <a:latin typeface="Times New Roman" pitchFamily="18" charset="0"/>
                <a:cs typeface="Times New Roman" pitchFamily="18" charset="0"/>
              </a:rPr>
              <a:t>=True)
        </a:t>
            </a:r>
            <a:r>
              <a:rPr lang="en-US" dirty="0" err="1">
                <a:solidFill>
                  <a:srgbClr val="000000"/>
                </a:solidFill>
                <a:latin typeface="Times New Roman" pitchFamily="18" charset="0"/>
                <a:cs typeface="Times New Roman" pitchFamily="18" charset="0"/>
              </a:rPr>
              <a:t>self.f</a:t>
            </a:r>
            <a:r>
              <a:rPr lang="en-US" dirty="0">
                <a:solidFill>
                  <a:srgbClr val="000000"/>
                </a:solidFill>
                <a:latin typeface="Times New Roman" pitchFamily="18" charset="0"/>
                <a:cs typeface="Times New Roman" pitchFamily="18" charset="0"/>
              </a:rPr>
              <a:t> = </a:t>
            </a:r>
            <a:r>
              <a:rPr lang="en-US" dirty="0" err="1">
                <a:solidFill>
                  <a:srgbClr val="000000"/>
                </a:solidFill>
                <a:latin typeface="Times New Roman" pitchFamily="18" charset="0"/>
                <a:cs typeface="Times New Roman" pitchFamily="18" charset="0"/>
              </a:rPr>
              <a:t>nn.Sequential</a:t>
            </a:r>
            <a:r>
              <a:rPr lang="en-US" dirty="0">
                <a:solidFill>
                  <a:srgbClr val="000000"/>
                </a:solidFill>
                <a:latin typeface="Times New Roman" pitchFamily="18" charset="0"/>
                <a:cs typeface="Times New Roman" pitchFamily="18" charset="0"/>
              </a:rPr>
              <a:t>(*list(</a:t>
            </a:r>
            <a:r>
              <a:rPr lang="en-US" dirty="0" err="1">
                <a:solidFill>
                  <a:srgbClr val="000000"/>
                </a:solidFill>
                <a:latin typeface="Times New Roman" pitchFamily="18" charset="0"/>
                <a:cs typeface="Times New Roman" pitchFamily="18" charset="0"/>
              </a:rPr>
              <a:t>m.childr</a:t>
            </a:r>
            <a:r>
              <a:rPr lang="en-US" dirty="0" smtClean="0">
                <a:solidFill>
                  <a:srgbClr val="000000"/>
                </a:solidFill>
                <a:latin typeface="Times New Roman" pitchFamily="18" charset="0"/>
                <a:cs typeface="Times New Roman" pitchFamily="18" charset="0"/>
              </a:rPr>
              <a:t>)")</a:t>
            </a:r>
          </a:p>
          <a:p>
            <a:r>
              <a:rPr lang="en-US" dirty="0" smtClean="0">
                <a:solidFill>
                  <a:srgbClr val="000000"/>
                </a:solidFill>
                <a:latin typeface="Times New Roman" pitchFamily="18" charset="0"/>
                <a:cs typeface="Times New Roman" pitchFamily="18" charset="0"/>
              </a:rPr>
              <a:t>en())[:-2])
        </a:t>
            </a:r>
            <a:r>
              <a:rPr lang="en-US" dirty="0" err="1" smtClean="0">
                <a:solidFill>
                  <a:srgbClr val="000000"/>
                </a:solidFill>
                <a:latin typeface="Times New Roman" pitchFamily="18" charset="0"/>
                <a:cs typeface="Times New Roman" pitchFamily="18" charset="0"/>
              </a:rPr>
              <a:t>self.pool</a:t>
            </a:r>
            <a:r>
              <a:rPr lang="en-US" dirty="0" smtClean="0">
                <a:solidFill>
                  <a:srgbClr val="000000"/>
                </a:solidFill>
                <a:latin typeface="Times New Roman" pitchFamily="18" charset="0"/>
                <a:cs typeface="Times New Roman" pitchFamily="18" charset="0"/>
              </a:rPr>
              <a:t> = nn.AdaptiveAvgPool2d(1)
        </a:t>
            </a:r>
            <a:r>
              <a:rPr lang="en-US" dirty="0" err="1" smtClean="0">
                <a:solidFill>
                  <a:srgbClr val="000000"/>
                </a:solidFill>
                <a:latin typeface="Times New Roman" pitchFamily="18" charset="0"/>
                <a:cs typeface="Times New Roman" pitchFamily="18" charset="0"/>
              </a:rPr>
              <a:t>self.lstm</a:t>
            </a:r>
            <a:r>
              <a:rPr lang="en-US" dirty="0" smtClean="0">
                <a:solidFill>
                  <a:srgbClr val="000000"/>
                </a:solidFill>
                <a:latin typeface="Times New Roman" pitchFamily="18" charset="0"/>
                <a:cs typeface="Times New Roman" pitchFamily="18" charset="0"/>
              </a:rPr>
              <a:t> = </a:t>
            </a:r>
            <a:r>
              <a:rPr lang="en-US" dirty="0" err="1" smtClean="0">
                <a:solidFill>
                  <a:srgbClr val="000000"/>
                </a:solidFill>
                <a:latin typeface="Times New Roman" pitchFamily="18" charset="0"/>
                <a:cs typeface="Times New Roman" pitchFamily="18" charset="0"/>
              </a:rPr>
              <a:t>nn.LSTM</a:t>
            </a:r>
            <a:r>
              <a:rPr lang="en-US" dirty="0" smtClean="0">
                <a:solidFill>
                  <a:srgbClr val="000000"/>
                </a:solidFill>
                <a:latin typeface="Times New Roman" pitchFamily="18" charset="0"/>
                <a:cs typeface="Times New Roman" pitchFamily="18" charset="0"/>
              </a:rPr>
              <a:t>(2048, 2048, </a:t>
            </a:r>
            <a:r>
              <a:rPr lang="en-US" dirty="0" err="1" smtClean="0">
                <a:solidFill>
                  <a:srgbClr val="000000"/>
                </a:solidFill>
                <a:latin typeface="Times New Roman" pitchFamily="18" charset="0"/>
                <a:cs typeface="Times New Roman" pitchFamily="18" charset="0"/>
              </a:rPr>
              <a:t>batch_first</a:t>
            </a:r>
            <a:r>
              <a:rPr lang="en-US" dirty="0" smtClean="0">
                <a:solidFill>
                  <a:srgbClr val="000000"/>
                </a:solidFill>
                <a:latin typeface="Times New Roman" pitchFamily="18" charset="0"/>
                <a:cs typeface="Times New Roman" pitchFamily="18" charset="0"/>
              </a:rPr>
              <a:t>=True)
        </a:t>
            </a:r>
            <a:r>
              <a:rPr lang="en-US" dirty="0" err="1" smtClean="0">
                <a:solidFill>
                  <a:srgbClr val="000000"/>
                </a:solidFill>
                <a:latin typeface="Times New Roman" pitchFamily="18" charset="0"/>
                <a:cs typeface="Times New Roman" pitchFamily="18" charset="0"/>
              </a:rPr>
              <a:t>self.fc</a:t>
            </a:r>
            <a:r>
              <a:rPr lang="en-US" dirty="0" smtClean="0">
                <a:solidFill>
                  <a:srgbClr val="000000"/>
                </a:solidFill>
                <a:latin typeface="Times New Roman" pitchFamily="18" charset="0"/>
                <a:cs typeface="Times New Roman" pitchFamily="18" charset="0"/>
              </a:rPr>
              <a:t> = </a:t>
            </a:r>
            <a:r>
              <a:rPr lang="en-US" dirty="0" err="1" smtClean="0">
                <a:solidFill>
                  <a:srgbClr val="000000"/>
                </a:solidFill>
                <a:latin typeface="Times New Roman" pitchFamily="18" charset="0"/>
                <a:cs typeface="Times New Roman" pitchFamily="18" charset="0"/>
              </a:rPr>
              <a:t>nn.Linear</a:t>
            </a:r>
            <a:r>
              <a:rPr lang="en-US" dirty="0" smtClean="0">
                <a:solidFill>
                  <a:srgbClr val="000000"/>
                </a:solidFill>
                <a:latin typeface="Times New Roman" pitchFamily="18" charset="0"/>
                <a:cs typeface="Times New Roman" pitchFamily="18" charset="0"/>
              </a:rPr>
              <a:t>(2048, 2)
    def forward(self, x): </a:t>
            </a:r>
            <a:r>
              <a:rPr lang="en-US" dirty="0" err="1" smtClean="0">
                <a:solidFill>
                  <a:srgbClr val="000000"/>
                </a:solidFill>
                <a:latin typeface="Times New Roman" pitchFamily="18" charset="0"/>
                <a:cs typeface="Times New Roman" pitchFamily="18" charset="0"/>
              </a:rPr>
              <a:t>b,t,c,h,w</a:t>
            </a:r>
            <a:r>
              <a:rPr lang="en-US" dirty="0" smtClean="0">
                <a:solidFill>
                  <a:srgbClr val="000000"/>
                </a:solidFill>
                <a:latin typeface="Times New Roman" pitchFamily="18" charset="0"/>
                <a:cs typeface="Times New Roman" pitchFamily="18" charset="0"/>
              </a:rPr>
              <a:t> = </a:t>
            </a:r>
            <a:r>
              <a:rPr lang="en-US" dirty="0" err="1" smtClean="0">
                <a:solidFill>
                  <a:srgbClr val="000000"/>
                </a:solidFill>
                <a:latin typeface="Times New Roman" pitchFamily="18" charset="0"/>
                <a:cs typeface="Times New Roman" pitchFamily="18" charset="0"/>
              </a:rPr>
              <a:t>x.shape</a:t>
            </a:r>
            <a:endParaRPr lang="en-US" dirty="0" smtClean="0">
              <a:solidFill>
                <a:srgbClr val="000000"/>
              </a:solidFill>
              <a:latin typeface="Times New Roman" pitchFamily="18" charset="0"/>
              <a:cs typeface="Times New Roman" pitchFamily="18" charset="0"/>
            </a:endParaRPr>
          </a:p>
          <a:p>
            <a:r>
              <a:rPr lang="en-US" dirty="0" smtClean="0">
                <a:solidFill>
                  <a:srgbClr val="000000"/>
                </a:solidFill>
                <a:latin typeface="Times New Roman" pitchFamily="18" charset="0"/>
                <a:cs typeface="Times New Roman" pitchFamily="18" charset="0"/>
              </a:rPr>
              <a:t>x = </a:t>
            </a:r>
            <a:r>
              <a:rPr lang="en-US" dirty="0" err="1" smtClean="0">
                <a:solidFill>
                  <a:srgbClr val="000000"/>
                </a:solidFill>
                <a:latin typeface="Times New Roman" pitchFamily="18" charset="0"/>
                <a:cs typeface="Times New Roman" pitchFamily="18" charset="0"/>
              </a:rPr>
              <a:t>self.pool</a:t>
            </a:r>
            <a:r>
              <a:rPr lang="en-US" dirty="0" smtClean="0">
                <a:solidFill>
                  <a:srgbClr val="000000"/>
                </a:solidFill>
                <a:latin typeface="Times New Roman" pitchFamily="18" charset="0"/>
                <a:cs typeface="Times New Roman" pitchFamily="18" charset="0"/>
              </a:rPr>
              <a:t>(</a:t>
            </a:r>
            <a:r>
              <a:rPr lang="en-US" dirty="0" err="1" smtClean="0">
                <a:solidFill>
                  <a:srgbClr val="000000"/>
                </a:solidFill>
                <a:latin typeface="Times New Roman" pitchFamily="18" charset="0"/>
                <a:cs typeface="Times New Roman" pitchFamily="18" charset="0"/>
              </a:rPr>
              <a:t>self.f</a:t>
            </a:r>
            <a:r>
              <a:rPr lang="en-US" dirty="0" smtClean="0">
                <a:solidFill>
                  <a:srgbClr val="000000"/>
                </a:solidFill>
                <a:latin typeface="Times New Roman" pitchFamily="18" charset="0"/>
                <a:cs typeface="Times New Roman" pitchFamily="18" charset="0"/>
              </a:rPr>
              <a:t>(</a:t>
            </a:r>
            <a:r>
              <a:rPr lang="en-US" dirty="0" err="1" smtClean="0">
                <a:solidFill>
                  <a:srgbClr val="000000"/>
                </a:solidFill>
                <a:latin typeface="Times New Roman" pitchFamily="18" charset="0"/>
                <a:cs typeface="Times New Roman" pitchFamily="18" charset="0"/>
              </a:rPr>
              <a:t>x.view</a:t>
            </a:r>
            <a:r>
              <a:rPr lang="en-US" dirty="0" smtClean="0">
                <a:solidFill>
                  <a:srgbClr val="000000"/>
                </a:solidFill>
                <a:latin typeface="Times New Roman" pitchFamily="18" charset="0"/>
                <a:cs typeface="Times New Roman" pitchFamily="18" charset="0"/>
              </a:rPr>
              <a:t>(-1,c,h,w))).view(b,t,-1); x,_ = </a:t>
            </a:r>
            <a:r>
              <a:rPr lang="en-US" dirty="0" err="1" smtClean="0">
                <a:solidFill>
                  <a:srgbClr val="000000"/>
                </a:solidFill>
                <a:latin typeface="Times New Roman" pitchFamily="18" charset="0"/>
                <a:cs typeface="Times New Roman" pitchFamily="18" charset="0"/>
              </a:rPr>
              <a:t>self.lstm</a:t>
            </a:r>
            <a:r>
              <a:rPr lang="en-US" dirty="0" smtClean="0">
                <a:solidFill>
                  <a:srgbClr val="000000"/>
                </a:solidFill>
                <a:latin typeface="Times New Roman" pitchFamily="18" charset="0"/>
                <a:cs typeface="Times New Roman" pitchFamily="18" charset="0"/>
              </a:rPr>
              <a:t>(x)
        return </a:t>
            </a:r>
            <a:r>
              <a:rPr lang="en-US" dirty="0" err="1" smtClean="0">
                <a:solidFill>
                  <a:srgbClr val="000000"/>
                </a:solidFill>
                <a:latin typeface="Times New Roman" pitchFamily="18" charset="0"/>
                <a:cs typeface="Times New Roman" pitchFamily="18" charset="0"/>
              </a:rPr>
              <a:t>self.fc</a:t>
            </a:r>
            <a:r>
              <a:rPr lang="en-US" dirty="0" smtClean="0">
                <a:solidFill>
                  <a:srgbClr val="000000"/>
                </a:solidFill>
                <a:latin typeface="Times New Roman" pitchFamily="18" charset="0"/>
                <a:cs typeface="Times New Roman" pitchFamily="18" charset="0"/>
              </a:rPr>
              <a:t>(x[:,-1])</a:t>
            </a:r>
          </a:p>
          <a:p>
            <a:endParaRPr lang="en-US" dirty="0">
              <a:solidFill>
                <a:srgbClr val="000000"/>
              </a:solidFill>
              <a:latin typeface="Times New Roman" pitchFamily="18" charset="0"/>
              <a:cs typeface="Times New Roman" pitchFamily="18" charset="0"/>
            </a:endParaRPr>
          </a:p>
        </p:txBody>
      </p:sp>
      <p:sp>
        <p:nvSpPr>
          <p:cNvPr id="1048651" name="TextBox 1048650"/>
          <p:cNvSpPr txBox="1"/>
          <p:nvPr/>
        </p:nvSpPr>
        <p:spPr>
          <a:xfrm>
            <a:off x="4497355" y="255270"/>
            <a:ext cx="4646645" cy="7848302"/>
          </a:xfrm>
          <a:prstGeom prst="rect">
            <a:avLst/>
          </a:prstGeom>
        </p:spPr>
        <p:txBody>
          <a:bodyPr wrap="square" rtlCol="0">
            <a:spAutoFit/>
          </a:bodyPr>
          <a:lstStyle/>
          <a:p>
            <a:r>
              <a:rPr lang="en-US" dirty="0" smtClean="0">
                <a:solidFill>
                  <a:srgbClr val="000000"/>
                </a:solidFill>
                <a:latin typeface="Times New Roman" pitchFamily="18" charset="0"/>
                <a:cs typeface="Times New Roman" pitchFamily="18" charset="0"/>
              </a:rPr>
              <a:t>@</a:t>
            </a:r>
            <a:r>
              <a:rPr lang="en-US" dirty="0" err="1" smtClean="0">
                <a:solidFill>
                  <a:srgbClr val="000000"/>
                </a:solidFill>
                <a:latin typeface="Times New Roman" pitchFamily="18" charset="0"/>
                <a:cs typeface="Times New Roman" pitchFamily="18" charset="0"/>
              </a:rPr>
              <a:t>st.cache_resource</a:t>
            </a:r>
            <a:r>
              <a:rPr lang="en-US" dirty="0" smtClean="0">
                <a:solidFill>
                  <a:srgbClr val="000000"/>
                </a:solidFill>
                <a:latin typeface="Times New Roman" pitchFamily="18" charset="0"/>
                <a:cs typeface="Times New Roman" pitchFamily="18" charset="0"/>
              </a:rPr>
              <a:t>
def load(): m = Model(); </a:t>
            </a:r>
            <a:r>
              <a:rPr lang="en-US" dirty="0" err="1" smtClean="0">
                <a:solidFill>
                  <a:srgbClr val="000000"/>
                </a:solidFill>
                <a:latin typeface="Times New Roman" pitchFamily="18" charset="0"/>
                <a:cs typeface="Times New Roman" pitchFamily="18" charset="0"/>
              </a:rPr>
              <a:t>m.load_state_dict</a:t>
            </a:r>
            <a:r>
              <a:rPr lang="en-US" dirty="0" smtClean="0">
                <a:solidFill>
                  <a:srgbClr val="000000"/>
                </a:solidFill>
                <a:latin typeface="Times New Roman" pitchFamily="18" charset="0"/>
                <a:cs typeface="Times New Roman" pitchFamily="18" charset="0"/>
              </a:rPr>
              <a:t>(</a:t>
            </a:r>
            <a:r>
              <a:rPr lang="en-US" dirty="0" err="1" smtClean="0">
                <a:solidFill>
                  <a:srgbClr val="000000"/>
                </a:solidFill>
                <a:latin typeface="Times New Roman" pitchFamily="18" charset="0"/>
                <a:cs typeface="Times New Roman" pitchFamily="18" charset="0"/>
              </a:rPr>
              <a:t>torch.load</a:t>
            </a:r>
            <a:r>
              <a:rPr lang="en-US" dirty="0" smtClean="0">
                <a:solidFill>
                  <a:srgbClr val="000000"/>
                </a:solidFill>
                <a:latin typeface="Times New Roman" pitchFamily="18" charset="0"/>
                <a:cs typeface="Times New Roman" pitchFamily="18" charset="0"/>
              </a:rPr>
              <a:t>("model/df_model.pt", </a:t>
            </a:r>
            <a:r>
              <a:rPr lang="en-US" dirty="0" err="1" smtClean="0">
                <a:solidFill>
                  <a:srgbClr val="000000"/>
                </a:solidFill>
                <a:latin typeface="Times New Roman" pitchFamily="18" charset="0"/>
                <a:cs typeface="Times New Roman" pitchFamily="18" charset="0"/>
              </a:rPr>
              <a:t>map_location</a:t>
            </a:r>
            <a:r>
              <a:rPr lang="en-US" dirty="0" smtClean="0">
                <a:solidFill>
                  <a:srgbClr val="000000"/>
                </a:solidFill>
                <a:latin typeface="Times New Roman" pitchFamily="18" charset="0"/>
                <a:cs typeface="Times New Roman" pitchFamily="18" charset="0"/>
              </a:rPr>
              <a:t>='</a:t>
            </a:r>
            <a:r>
              <a:rPr lang="en-US" dirty="0" err="1" smtClean="0">
                <a:solidFill>
                  <a:srgbClr val="000000"/>
                </a:solidFill>
                <a:latin typeface="Times New Roman" pitchFamily="18" charset="0"/>
                <a:cs typeface="Times New Roman" pitchFamily="18" charset="0"/>
              </a:rPr>
              <a:t>cpu</a:t>
            </a:r>
            <a:r>
              <a:rPr lang="en-US" dirty="0" smtClean="0">
                <a:solidFill>
                  <a:srgbClr val="000000"/>
                </a:solidFill>
                <a:latin typeface="Times New Roman" pitchFamily="18" charset="0"/>
                <a:cs typeface="Times New Roman" pitchFamily="18" charset="0"/>
              </a:rPr>
              <a:t>')); return m 
def predict(path, model):
    t = </a:t>
            </a:r>
            <a:r>
              <a:rPr lang="en-US" dirty="0" err="1" smtClean="0">
                <a:solidFill>
                  <a:srgbClr val="000000"/>
                </a:solidFill>
                <a:latin typeface="Times New Roman" pitchFamily="18" charset="0"/>
                <a:cs typeface="Times New Roman" pitchFamily="18" charset="0"/>
              </a:rPr>
              <a:t>transforms.Compose</a:t>
            </a:r>
            <a:r>
              <a:rPr lang="en-US" dirty="0" smtClean="0">
                <a:solidFill>
                  <a:srgbClr val="000000"/>
                </a:solidFill>
                <a:latin typeface="Times New Roman" pitchFamily="18" charset="0"/>
                <a:cs typeface="Times New Roman" pitchFamily="18" charset="0"/>
              </a:rPr>
              <a:t>([</a:t>
            </a:r>
            <a:r>
              <a:rPr lang="en-US" dirty="0" err="1" smtClean="0">
                <a:solidFill>
                  <a:srgbClr val="000000"/>
                </a:solidFill>
                <a:latin typeface="Times New Roman" pitchFamily="18" charset="0"/>
                <a:cs typeface="Times New Roman" pitchFamily="18" charset="0"/>
              </a:rPr>
              <a:t>transforms.ToPILImage</a:t>
            </a:r>
            <a:r>
              <a:rPr lang="en-US" dirty="0" smtClean="0">
                <a:solidFill>
                  <a:srgbClr val="000000"/>
                </a:solidFill>
                <a:latin typeface="Times New Roman" pitchFamily="18" charset="0"/>
                <a:cs typeface="Times New Roman" pitchFamily="18" charset="0"/>
              </a:rPr>
              <a:t>(), </a:t>
            </a:r>
            <a:r>
              <a:rPr lang="en-US" dirty="0" err="1" smtClean="0">
                <a:solidFill>
                  <a:srgbClr val="000000"/>
                </a:solidFill>
                <a:latin typeface="Times New Roman" pitchFamily="18" charset="0"/>
                <a:cs typeface="Times New Roman" pitchFamily="18" charset="0"/>
              </a:rPr>
              <a:t>transforms.Resize</a:t>
            </a:r>
            <a:r>
              <a:rPr lang="en-US" dirty="0" smtClean="0">
                <a:solidFill>
                  <a:srgbClr val="000000"/>
                </a:solidFill>
                <a:latin typeface="Times New Roman" pitchFamily="18" charset="0"/>
                <a:cs typeface="Times New Roman" pitchFamily="18" charset="0"/>
              </a:rPr>
              <a:t>((112,112)), </a:t>
            </a:r>
            <a:r>
              <a:rPr lang="en-US" dirty="0" err="1" smtClean="0">
                <a:solidFill>
                  <a:srgbClr val="000000"/>
                </a:solidFill>
                <a:latin typeface="Times New Roman" pitchFamily="18" charset="0"/>
                <a:cs typeface="Times New Roman" pitchFamily="18" charset="0"/>
              </a:rPr>
              <a:t>transforms.ToTensor</a:t>
            </a:r>
            <a:r>
              <a:rPr lang="en-US" dirty="0" smtClean="0">
                <a:solidFill>
                  <a:srgbClr val="000000"/>
                </a:solidFill>
                <a:latin typeface="Times New Roman" pitchFamily="18" charset="0"/>
                <a:cs typeface="Times New Roman" pitchFamily="18" charset="0"/>
              </a:rPr>
              <a:t>(),                            </a:t>
            </a:r>
            <a:r>
              <a:rPr lang="en-US" dirty="0" err="1" smtClean="0">
                <a:solidFill>
                  <a:srgbClr val="000000"/>
                </a:solidFill>
                <a:latin typeface="Times New Roman" pitchFamily="18" charset="0"/>
                <a:cs typeface="Times New Roman" pitchFamily="18" charset="0"/>
              </a:rPr>
              <a:t>transforms.Normalize</a:t>
            </a:r>
            <a:r>
              <a:rPr lang="en-US" dirty="0" smtClean="0">
                <a:solidFill>
                  <a:srgbClr val="000000"/>
                </a:solidFill>
                <a:latin typeface="Times New Roman" pitchFamily="18" charset="0"/>
                <a:cs typeface="Times New Roman" pitchFamily="18" charset="0"/>
              </a:rPr>
              <a:t>([0.485,0.456,0.406],[0.229,0.224,0.225])])</a:t>
            </a:r>
          </a:p>
          <a:p>
            <a:r>
              <a:rPr lang="en-US" dirty="0" smtClean="0">
                <a:solidFill>
                  <a:srgbClr val="000000"/>
                </a:solidFill>
              </a:rPr>
              <a:t>cap, frames = cv2.VideoCapture(path), []
    while </a:t>
            </a:r>
            <a:r>
              <a:rPr lang="en-US" dirty="0" err="1" smtClean="0">
                <a:solidFill>
                  <a:srgbClr val="000000"/>
                </a:solidFill>
              </a:rPr>
              <a:t>len</a:t>
            </a:r>
            <a:r>
              <a:rPr lang="en-US" dirty="0" smtClean="0">
                <a:solidFill>
                  <a:srgbClr val="000000"/>
                </a:solidFill>
              </a:rPr>
              <a:t>(frames) &lt; 20 and </a:t>
            </a:r>
            <a:r>
              <a:rPr lang="en-US" dirty="0" err="1" smtClean="0">
                <a:solidFill>
                  <a:srgbClr val="000000"/>
                </a:solidFill>
              </a:rPr>
              <a:t>cap.isOpened</a:t>
            </a:r>
            <a:r>
              <a:rPr lang="en-US" dirty="0" smtClean="0">
                <a:solidFill>
                  <a:srgbClr val="000000"/>
                </a:solidFill>
              </a:rPr>
              <a:t>():
        </a:t>
            </a:r>
            <a:r>
              <a:rPr lang="en-US" dirty="0" err="1" smtClean="0">
                <a:solidFill>
                  <a:srgbClr val="000000"/>
                </a:solidFill>
              </a:rPr>
              <a:t>r,f</a:t>
            </a:r>
            <a:r>
              <a:rPr lang="en-US" dirty="0" smtClean="0">
                <a:solidFill>
                  <a:srgbClr val="000000"/>
                </a:solidFill>
              </a:rPr>
              <a:t> = </a:t>
            </a:r>
            <a:r>
              <a:rPr lang="en-US" dirty="0" err="1" smtClean="0">
                <a:solidFill>
                  <a:srgbClr val="000000"/>
                </a:solidFill>
              </a:rPr>
              <a:t>cap.read</a:t>
            </a:r>
            <a:r>
              <a:rPr lang="en-US" dirty="0" smtClean="0">
                <a:solidFill>
                  <a:srgbClr val="000000"/>
                </a:solidFill>
              </a:rPr>
              <a:t>();  # read frame
        if not r: break
        faces = </a:t>
            </a:r>
            <a:r>
              <a:rPr lang="en-US" dirty="0" err="1" smtClean="0">
                <a:solidFill>
                  <a:srgbClr val="000000"/>
                </a:solidFill>
              </a:rPr>
              <a:t>face_recognition.face_locations</a:t>
            </a:r>
            <a:r>
              <a:rPr lang="en-US" dirty="0" smtClean="0">
                <a:solidFill>
                  <a:srgbClr val="000000"/>
                </a:solidFill>
              </a:rPr>
              <a:t>(f)</a:t>
            </a:r>
            <a:r>
              <a:rPr lang="en-US" dirty="0" smtClean="0">
                <a:solidFill>
                  <a:srgbClr val="000000"/>
                </a:solidFill>
                <a:latin typeface="Times New Roman" pitchFamily="18" charset="0"/>
                <a:cs typeface="Times New Roman" pitchFamily="18" charset="0"/>
              </a:rPr>
              <a:t>
       if faces: </a:t>
            </a:r>
            <a:r>
              <a:rPr lang="en-US" dirty="0" err="1" smtClean="0">
                <a:solidFill>
                  <a:srgbClr val="000000"/>
                </a:solidFill>
                <a:latin typeface="Times New Roman" pitchFamily="18" charset="0"/>
                <a:cs typeface="Times New Roman" pitchFamily="18" charset="0"/>
              </a:rPr>
              <a:t>top,right,bottom,left</a:t>
            </a:r>
            <a:r>
              <a:rPr lang="en-US" dirty="0" smtClean="0">
                <a:solidFill>
                  <a:srgbClr val="000000"/>
                </a:solidFill>
                <a:latin typeface="Times New Roman" pitchFamily="18" charset="0"/>
                <a:cs typeface="Times New Roman" pitchFamily="18" charset="0"/>
              </a:rPr>
              <a:t> = faces[0]; </a:t>
            </a:r>
            <a:r>
              <a:rPr lang="en-US" dirty="0" err="1" smtClean="0">
                <a:solidFill>
                  <a:srgbClr val="000000"/>
                </a:solidFill>
                <a:latin typeface="Times New Roman" pitchFamily="18" charset="0"/>
                <a:cs typeface="Times New Roman" pitchFamily="18" charset="0"/>
              </a:rPr>
              <a:t>frames.append</a:t>
            </a:r>
            <a:r>
              <a:rPr lang="en-US" dirty="0" smtClean="0">
                <a:solidFill>
                  <a:srgbClr val="000000"/>
                </a:solidFill>
                <a:latin typeface="Times New Roman" pitchFamily="18" charset="0"/>
                <a:cs typeface="Times New Roman" pitchFamily="18" charset="0"/>
              </a:rPr>
              <a:t>(t(f([</a:t>
            </a:r>
            <a:r>
              <a:rPr lang="en-US" dirty="0" err="1" smtClean="0">
                <a:solidFill>
                  <a:srgbClr val="000000"/>
                </a:solidFill>
                <a:latin typeface="Times New Roman" pitchFamily="18" charset="0"/>
                <a:cs typeface="Times New Roman" pitchFamily="18" charset="0"/>
              </a:rPr>
              <a:t>top:bottom,left:right</a:t>
            </a:r>
            <a:r>
              <a:rPr lang="en-US" dirty="0" smtClean="0">
                <a:solidFill>
                  <a:srgbClr val="000000"/>
                </a:solidFill>
                <a:latin typeface="Times New Roman" pitchFamily="18" charset="0"/>
                <a:cs typeface="Times New Roman" pitchFamily="18" charset="0"/>
              </a:rPr>
              <a:t>]))</a:t>
            </a:r>
          </a:p>
          <a:p>
            <a:r>
              <a:rPr lang="en-US" dirty="0" smtClean="0">
                <a:solidFill>
                  <a:srgbClr val="000000"/>
                </a:solidFill>
                <a:latin typeface="Times New Roman" pitchFamily="18" charset="0"/>
                <a:cs typeface="Times New Roman" pitchFamily="18" charset="0"/>
              </a:rPr>
              <a:t>    return ("Real" or Fake");</a:t>
            </a:r>
          </a:p>
          <a:p>
            <a:r>
              <a:rPr lang="en-IN" dirty="0" err="1" smtClean="0">
                <a:solidFill>
                  <a:srgbClr val="000000"/>
                </a:solidFill>
                <a:latin typeface="Times New Roman" pitchFamily="18" charset="0"/>
                <a:cs typeface="Times New Roman" pitchFamily="18" charset="0"/>
              </a:rPr>
              <a:t>St.title</a:t>
            </a:r>
            <a:r>
              <a:rPr lang="en-IN" dirty="0" smtClean="0">
                <a:solidFill>
                  <a:srgbClr val="000000"/>
                </a:solidFill>
                <a:latin typeface="Times New Roman" pitchFamily="18" charset="0"/>
                <a:cs typeface="Times New Roman" pitchFamily="18" charset="0"/>
              </a:rPr>
              <a:t>(“</a:t>
            </a:r>
            <a:r>
              <a:rPr lang="en-IN" dirty="0" err="1" smtClean="0">
                <a:solidFill>
                  <a:srgbClr val="000000"/>
                </a:solidFill>
                <a:latin typeface="Times New Roman" pitchFamily="18" charset="0"/>
                <a:cs typeface="Times New Roman" pitchFamily="18" charset="0"/>
              </a:rPr>
              <a:t>deepfake</a:t>
            </a:r>
            <a:r>
              <a:rPr lang="en-IN" dirty="0" smtClean="0">
                <a:solidFill>
                  <a:srgbClr val="000000"/>
                </a:solidFill>
                <a:latin typeface="Times New Roman" pitchFamily="18" charset="0"/>
                <a:cs typeface="Times New Roman" pitchFamily="18" charset="0"/>
              </a:rPr>
              <a:t> detection”)</a:t>
            </a:r>
          </a:p>
          <a:p>
            <a:r>
              <a:rPr lang="en-IN" dirty="0" smtClean="0">
                <a:solidFill>
                  <a:srgbClr val="000000"/>
                </a:solidFill>
                <a:latin typeface="Times New Roman" pitchFamily="18" charset="0"/>
                <a:cs typeface="Times New Roman" pitchFamily="18" charset="0"/>
              </a:rPr>
              <a:t>file=</a:t>
            </a:r>
            <a:r>
              <a:rPr lang="en-IN" dirty="0" err="1" smtClean="0">
                <a:solidFill>
                  <a:srgbClr val="000000"/>
                </a:solidFill>
                <a:latin typeface="Times New Roman" pitchFamily="18" charset="0"/>
                <a:cs typeface="Times New Roman" pitchFamily="18" charset="0"/>
              </a:rPr>
              <a:t>st.file_uploader</a:t>
            </a:r>
            <a:r>
              <a:rPr lang="en-IN" dirty="0" smtClean="0">
                <a:solidFill>
                  <a:srgbClr val="000000"/>
                </a:solidFill>
                <a:latin typeface="Times New Roman" pitchFamily="18" charset="0"/>
                <a:cs typeface="Times New Roman" pitchFamily="18" charset="0"/>
              </a:rPr>
              <a:t>(“Upload </a:t>
            </a:r>
            <a:r>
              <a:rPr lang="en-IN" dirty="0" err="1" smtClean="0">
                <a:solidFill>
                  <a:srgbClr val="000000"/>
                </a:solidFill>
                <a:latin typeface="Times New Roman" pitchFamily="18" charset="0"/>
                <a:cs typeface="Times New Roman" pitchFamily="18" charset="0"/>
              </a:rPr>
              <a:t>video”,type</a:t>
            </a:r>
            <a:r>
              <a:rPr lang="en-IN" dirty="0" smtClean="0">
                <a:solidFill>
                  <a:srgbClr val="000000"/>
                </a:solidFill>
                <a:latin typeface="Times New Roman" pitchFamily="18" charset="0"/>
                <a:cs typeface="Times New Roman" pitchFamily="18" charset="0"/>
              </a:rPr>
              <a:t>=[‘mp4”])</a:t>
            </a:r>
            <a:endParaRPr lang="en-US" dirty="0" smtClean="0">
              <a:solidFill>
                <a:srgbClr val="000000"/>
              </a:solidFill>
              <a:latin typeface="Times New Roman" pitchFamily="18" charset="0"/>
              <a:cs typeface="Times New Roman" pitchFamily="18" charset="0"/>
            </a:endParaRPr>
          </a:p>
          <a:p>
            <a:endParaRPr lang="en-US" dirty="0" smtClean="0">
              <a:solidFill>
                <a:srgbClr val="000000"/>
              </a:solidFill>
              <a:latin typeface="Times New Roman" pitchFamily="18" charset="0"/>
              <a:cs typeface="Times New Roman" pitchFamily="18" charset="0"/>
            </a:endParaRPr>
          </a:p>
          <a:p>
            <a:endParaRPr lang="en-US" dirty="0" smtClean="0">
              <a:solidFill>
                <a:srgbClr val="000000"/>
              </a:solidFill>
              <a:latin typeface="Times New Roman" pitchFamily="18" charset="0"/>
              <a:cs typeface="Times New Roman" pitchFamily="18" charset="0"/>
            </a:endParaRPr>
          </a:p>
          <a:p>
            <a:r>
              <a:rPr lang="en-US" dirty="0" smtClean="0">
                <a:solidFill>
                  <a:srgbClr val="000000"/>
                </a:solidFill>
                <a:latin typeface="Times New Roman" pitchFamily="18" charset="0"/>
                <a:cs typeface="Times New Roman" pitchFamily="18" charset="0"/>
              </a:rPr>
              <a:t>
</a:t>
            </a:r>
            <a:r>
              <a:rPr lang="en-US" dirty="0">
                <a:solidFill>
                  <a:srgbClr val="000000"/>
                </a:solidFill>
                <a:latin typeface="Times New Roman" pitchFamily="18" charset="0"/>
                <a:cs typeface="Times New Roman" pitchFamily="18" charset="0"/>
              </a:rPr>
              <a:t>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55" name="Slide Number Placeholder 1048654"/>
          <p:cNvSpPr>
            <a:spLocks noGrp="1"/>
          </p:cNvSpPr>
          <p:nvPr>
            <p:ph type="sldNum" sz="quarter" idx="12"/>
          </p:nvPr>
        </p:nvSpPr>
        <p:spPr/>
        <p:txBody>
          <a:bodyPr/>
          <a:lstStyle/>
          <a:p>
            <a:fld id="{D5B52ADC-5BFA-4FBD-BEE2-16096B7F4166}" type="slidenum">
              <a:rPr lang="zh-CN" altLang="en-US" smtClean="0"/>
              <a:pPr/>
              <a:t>19</a:t>
            </a:fld>
            <a:endParaRPr lang="zh-CN" altLang="en-US"/>
          </a:p>
        </p:txBody>
      </p:sp>
      <p:sp>
        <p:nvSpPr>
          <p:cNvPr id="1048656" name="TextBox 1048655"/>
          <p:cNvSpPr txBox="1"/>
          <p:nvPr/>
        </p:nvSpPr>
        <p:spPr>
          <a:xfrm>
            <a:off x="459789" y="494486"/>
            <a:ext cx="4572000" cy="461665"/>
          </a:xfrm>
          <a:prstGeom prst="rect">
            <a:avLst/>
          </a:prstGeom>
        </p:spPr>
        <p:txBody>
          <a:bodyPr wrap="square" rtlCol="0">
            <a:spAutoFit/>
          </a:bodyPr>
          <a:lstStyle/>
          <a:p>
            <a:r>
              <a:rPr lang="en-US" sz="2400" b="1" dirty="0" smtClean="0">
                <a:solidFill>
                  <a:srgbClr val="000000"/>
                </a:solidFill>
                <a:latin typeface="Times New Roman" pitchFamily="18" charset="0"/>
                <a:cs typeface="Times New Roman" pitchFamily="18" charset="0"/>
              </a:rPr>
              <a:t>Output Screenshots</a:t>
            </a:r>
            <a:endParaRPr lang="en-US" sz="2400" b="1" dirty="0">
              <a:solidFill>
                <a:srgbClr val="000000"/>
              </a:solidFill>
              <a:latin typeface="Times New Roman" pitchFamily="18" charset="0"/>
              <a:cs typeface="Times New Roman" pitchFamily="18" charset="0"/>
            </a:endParaRPr>
          </a:p>
        </p:txBody>
      </p:sp>
      <p:pic>
        <p:nvPicPr>
          <p:cNvPr id="2097159" name="Picture 2097158"/>
          <p:cNvPicPr>
            <a:picLocks/>
          </p:cNvPicPr>
          <p:nvPr/>
        </p:nvPicPr>
        <p:blipFill>
          <a:blip r:embed="rId3"/>
          <a:stretch>
            <a:fillRect/>
          </a:stretch>
        </p:blipFill>
        <p:spPr>
          <a:xfrm>
            <a:off x="1010239" y="1230838"/>
            <a:ext cx="7175320" cy="5300088"/>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57" name="Slide Number Placeholder 1048656"/>
          <p:cNvSpPr>
            <a:spLocks noGrp="1"/>
          </p:cNvSpPr>
          <p:nvPr>
            <p:ph type="sldNum" sz="quarter" idx="12"/>
          </p:nvPr>
        </p:nvSpPr>
        <p:spPr/>
        <p:txBody>
          <a:bodyPr/>
          <a:lstStyle/>
          <a:p>
            <a:fld id="{D5B52ADC-5BFA-4FBD-BEE2-16096B7F4166}" type="slidenum">
              <a:rPr lang="zh-CN" altLang="en-US" smtClean="0"/>
              <a:pPr/>
              <a:t>20</a:t>
            </a:fld>
            <a:endParaRPr lang="zh-CN" altLang="en-US"/>
          </a:p>
        </p:txBody>
      </p:sp>
      <p:pic>
        <p:nvPicPr>
          <p:cNvPr id="3" name="Picture 2" descr="output1.jpg"/>
          <p:cNvPicPr>
            <a:picLocks noChangeAspect="1"/>
          </p:cNvPicPr>
          <p:nvPr/>
        </p:nvPicPr>
        <p:blipFill>
          <a:blip r:embed="rId3"/>
          <a:srcRect l="8775" t="6553" r="9286" b="11814"/>
          <a:stretch>
            <a:fillRect/>
          </a:stretch>
        </p:blipFill>
        <p:spPr>
          <a:xfrm>
            <a:off x="746449" y="550507"/>
            <a:ext cx="7492481" cy="549573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58" name="Slide Number Placeholder 1048657"/>
          <p:cNvSpPr>
            <a:spLocks noGrp="1"/>
          </p:cNvSpPr>
          <p:nvPr>
            <p:ph type="sldNum" sz="quarter" idx="12"/>
          </p:nvPr>
        </p:nvSpPr>
        <p:spPr/>
        <p:txBody>
          <a:bodyPr/>
          <a:lstStyle/>
          <a:p>
            <a:fld id="{D5B52ADC-5BFA-4FBD-BEE2-16096B7F4166}" type="slidenum">
              <a:rPr lang="zh-CN" altLang="en-US" smtClean="0"/>
              <a:pPr/>
              <a:t>21</a:t>
            </a:fld>
            <a:endParaRPr lang="zh-CN" altLang="en-US"/>
          </a:p>
        </p:txBody>
      </p:sp>
      <p:pic>
        <p:nvPicPr>
          <p:cNvPr id="3" name="Picture 2" descr="output2.jpg"/>
          <p:cNvPicPr>
            <a:picLocks noChangeAspect="1"/>
          </p:cNvPicPr>
          <p:nvPr/>
        </p:nvPicPr>
        <p:blipFill>
          <a:blip r:embed="rId3"/>
          <a:srcRect l="9898" t="6009" r="9184" b="11451"/>
          <a:stretch>
            <a:fillRect/>
          </a:stretch>
        </p:blipFill>
        <p:spPr>
          <a:xfrm>
            <a:off x="905069" y="625151"/>
            <a:ext cx="7399176" cy="5579705"/>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59" name="Slide Number Placeholder 1048658"/>
          <p:cNvSpPr>
            <a:spLocks noGrp="1"/>
          </p:cNvSpPr>
          <p:nvPr>
            <p:ph type="sldNum" sz="quarter" idx="12"/>
          </p:nvPr>
        </p:nvSpPr>
        <p:spPr/>
        <p:txBody>
          <a:bodyPr/>
          <a:lstStyle/>
          <a:p>
            <a:fld id="{D5B52ADC-5BFA-4FBD-BEE2-16096B7F4166}" type="slidenum">
              <a:rPr lang="zh-CN" altLang="en-US" smtClean="0"/>
              <a:pPr/>
              <a:t>22</a:t>
            </a:fld>
            <a:endParaRPr lang="zh-CN" altLang="en-US"/>
          </a:p>
        </p:txBody>
      </p:sp>
      <p:sp>
        <p:nvSpPr>
          <p:cNvPr id="1048660" name="TextBox 1048659"/>
          <p:cNvSpPr txBox="1"/>
          <p:nvPr/>
        </p:nvSpPr>
        <p:spPr>
          <a:xfrm>
            <a:off x="755780" y="455660"/>
            <a:ext cx="4250106" cy="584775"/>
          </a:xfrm>
          <a:prstGeom prst="rect">
            <a:avLst/>
          </a:prstGeom>
        </p:spPr>
        <p:txBody>
          <a:bodyPr wrap="square" rtlCol="0">
            <a:spAutoFit/>
          </a:bodyPr>
          <a:lstStyle/>
          <a:p>
            <a:r>
              <a:rPr lang="en-US" sz="3200" b="1" dirty="0" smtClean="0">
                <a:solidFill>
                  <a:srgbClr val="000000"/>
                </a:solidFill>
                <a:latin typeface="Times New Roman" pitchFamily="18" charset="0"/>
                <a:cs typeface="Times New Roman" pitchFamily="18" charset="0"/>
              </a:rPr>
              <a:t>Testing</a:t>
            </a:r>
            <a:r>
              <a:rPr lang="en-US" sz="2800" dirty="0" smtClean="0">
                <a:solidFill>
                  <a:srgbClr val="000000"/>
                </a:solidFill>
              </a:rPr>
              <a:t> </a:t>
            </a:r>
            <a:endParaRPr lang="en-US" sz="2800" dirty="0">
              <a:solidFill>
                <a:srgbClr val="000000"/>
              </a:solidFill>
            </a:endParaRPr>
          </a:p>
        </p:txBody>
      </p:sp>
      <p:sp>
        <p:nvSpPr>
          <p:cNvPr id="1048661" name="TextBox 1048660"/>
          <p:cNvSpPr txBox="1"/>
          <p:nvPr/>
        </p:nvSpPr>
        <p:spPr>
          <a:xfrm>
            <a:off x="433886" y="1183615"/>
            <a:ext cx="8587070" cy="2862322"/>
          </a:xfrm>
          <a:prstGeom prst="rect">
            <a:avLst/>
          </a:prstGeom>
        </p:spPr>
        <p:txBody>
          <a:bodyPr wrap="square" rtlCol="0">
            <a:spAutoFit/>
          </a:bodyPr>
          <a:lstStyle/>
          <a:p>
            <a:pPr>
              <a:lnSpc>
                <a:spcPct val="150000"/>
              </a:lnSpc>
              <a:buFont typeface="Wingdings" pitchFamily="2" charset="2"/>
              <a:buChar char="Ø"/>
            </a:pPr>
            <a:r>
              <a:rPr lang="en-US" sz="2400" dirty="0" smtClean="0">
                <a:solidFill>
                  <a:srgbClr val="000000"/>
                </a:solidFill>
                <a:latin typeface="Times New Roman" pitchFamily="18" charset="0"/>
                <a:cs typeface="Times New Roman" pitchFamily="18" charset="0"/>
              </a:rPr>
              <a:t> Integration testing.</a:t>
            </a:r>
          </a:p>
          <a:p>
            <a:pPr>
              <a:lnSpc>
                <a:spcPct val="150000"/>
              </a:lnSpc>
              <a:buFont typeface="Wingdings" pitchFamily="2" charset="2"/>
              <a:buChar char="Ø"/>
            </a:pPr>
            <a:r>
              <a:rPr lang="en-US" sz="2400" dirty="0" smtClean="0">
                <a:solidFill>
                  <a:srgbClr val="000000"/>
                </a:solidFill>
                <a:latin typeface="Times New Roman" pitchFamily="18" charset="0"/>
                <a:cs typeface="Times New Roman" pitchFamily="18" charset="0"/>
              </a:rPr>
              <a:t> Multi-stream GAN Models.</a:t>
            </a:r>
          </a:p>
          <a:p>
            <a:pPr>
              <a:lnSpc>
                <a:spcPct val="150000"/>
              </a:lnSpc>
              <a:buFont typeface="Wingdings" pitchFamily="2" charset="2"/>
              <a:buChar char="Ø"/>
            </a:pPr>
            <a:r>
              <a:rPr lang="en-US" sz="2400" dirty="0" smtClean="0">
                <a:solidFill>
                  <a:srgbClr val="000000"/>
                </a:solidFill>
                <a:latin typeface="Times New Roman" pitchFamily="18" charset="0"/>
                <a:cs typeface="Times New Roman" pitchFamily="18" charset="0"/>
              </a:rPr>
              <a:t> Attention-based GAN Models.</a:t>
            </a:r>
          </a:p>
          <a:p>
            <a:pPr>
              <a:lnSpc>
                <a:spcPct val="150000"/>
              </a:lnSpc>
              <a:buFont typeface="Wingdings" pitchFamily="2" charset="2"/>
              <a:buChar char="Ø"/>
            </a:pPr>
            <a:r>
              <a:rPr lang="en-US" sz="2400" dirty="0" smtClean="0">
                <a:solidFill>
                  <a:srgbClr val="000000"/>
                </a:solidFill>
                <a:latin typeface="Times New Roman" pitchFamily="18" charset="0"/>
                <a:cs typeface="Times New Roman" pitchFamily="18" charset="0"/>
              </a:rPr>
              <a:t> Artifacts Detection.</a:t>
            </a:r>
          </a:p>
          <a:p>
            <a:pPr>
              <a:lnSpc>
                <a:spcPct val="150000"/>
              </a:lnSpc>
              <a:buFont typeface="Wingdings" pitchFamily="2" charset="2"/>
              <a:buChar char="Ø"/>
            </a:pPr>
            <a:endParaRPr lang="en-US" sz="2400" dirty="0">
              <a:solidFill>
                <a:srgbClr val="000000"/>
              </a:solidFill>
              <a:latin typeface="Times New Roman" pitchFamily="18" charset="0"/>
              <a:cs typeface="Times New Roman" pitchFamily="18" charset="0"/>
            </a:endParaRPr>
          </a:p>
        </p:txBody>
      </p:sp>
      <p:sp>
        <p:nvSpPr>
          <p:cNvPr id="1048662" name="TextBox 1048661"/>
          <p:cNvSpPr txBox="1"/>
          <p:nvPr/>
        </p:nvSpPr>
        <p:spPr>
          <a:xfrm>
            <a:off x="595685" y="1911571"/>
            <a:ext cx="4572000" cy="954107"/>
          </a:xfrm>
          <a:prstGeom prst="rect">
            <a:avLst/>
          </a:prstGeom>
        </p:spPr>
        <p:txBody>
          <a:bodyPr wrap="square" rtlCol="0">
            <a:spAutoFit/>
          </a:bodyPr>
          <a:lstStyle/>
          <a:p>
            <a:r>
              <a:rPr lang="en-US" sz="2800" dirty="0">
                <a:solidFill>
                  <a:srgbClr val="000000"/>
                </a:solidFill>
              </a:rPr>
              <a:t>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1048665" name="TextBox 1048717"/>
          <p:cNvSpPr txBox="1"/>
          <p:nvPr/>
        </p:nvSpPr>
        <p:spPr>
          <a:xfrm>
            <a:off x="111968" y="382418"/>
            <a:ext cx="4128005" cy="584775"/>
          </a:xfrm>
          <a:prstGeom prst="rect">
            <a:avLst/>
          </a:prstGeom>
        </p:spPr>
        <p:txBody>
          <a:bodyPr wrap="square" rtlCol="0">
            <a:spAutoFit/>
          </a:bodyPr>
          <a:lstStyle/>
          <a:p>
            <a:r>
              <a:rPr lang="en-US" sz="3200" b="1" dirty="0">
                <a:solidFill>
                  <a:srgbClr val="000000"/>
                </a:solidFill>
                <a:latin typeface="Times New Roman" panose="02020603050405020304" pitchFamily="18" charset="0"/>
                <a:cs typeface="Times New Roman" panose="02020603050405020304" pitchFamily="18" charset="0"/>
              </a:rPr>
              <a:t>Future scope</a:t>
            </a:r>
          </a:p>
        </p:txBody>
      </p:sp>
      <p:sp>
        <p:nvSpPr>
          <p:cNvPr id="1048666" name="TextBox 1048718"/>
          <p:cNvSpPr txBox="1"/>
          <p:nvPr/>
        </p:nvSpPr>
        <p:spPr>
          <a:xfrm>
            <a:off x="111968" y="1110343"/>
            <a:ext cx="8864082" cy="3291840"/>
          </a:xfrm>
          <a:prstGeom prst="rect">
            <a:avLst/>
          </a:prstGeom>
        </p:spPr>
        <p:txBody>
          <a:bodyPr wrap="square" rtlCol="0">
            <a:spAutoFit/>
          </a:bodyPr>
          <a:lstStyle/>
          <a:p>
            <a:pPr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Developing deepfake detection models for healthcare applications to detect and prevent medical misinformation.Integrating deepfake detection models with social media platforms to automatically detect deepfakes.Developing mobile apps that can detect deepfakes in real-time.</a:t>
            </a:r>
            <a:endParaRPr lang="zh-CN" altLang="en-US" sz="2400" dirty="0"/>
          </a:p>
        </p:txBody>
      </p:sp>
      <p:sp>
        <p:nvSpPr>
          <p:cNvPr id="1048667" name="Slide Number Placeholder 1"/>
          <p:cNvSpPr>
            <a:spLocks noGrp="1"/>
          </p:cNvSpPr>
          <p:nvPr>
            <p:ph type="sldNum" sz="quarter" idx="12"/>
          </p:nvPr>
        </p:nvSpPr>
        <p:spPr/>
        <p:txBody>
          <a:bodyPr/>
          <a:lstStyle/>
          <a:p>
            <a:fld id="{D5B52ADC-5BFA-4FBD-BEE2-16096B7F4166}" type="slidenum">
              <a:rPr lang="zh-CN" altLang="en-US" smtClean="0"/>
              <a:pPr/>
              <a:t>23</a:t>
            </a:fld>
            <a:endParaRPr lang="zh-CN" alt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1048668" name="TextBox 1048687"/>
          <p:cNvSpPr txBox="1"/>
          <p:nvPr/>
        </p:nvSpPr>
        <p:spPr>
          <a:xfrm>
            <a:off x="119270" y="294488"/>
            <a:ext cx="4452729" cy="584775"/>
          </a:xfrm>
          <a:prstGeom prst="rect">
            <a:avLst/>
          </a:prstGeom>
        </p:spPr>
        <p:txBody>
          <a:bodyPr wrap="square" rtlCol="0">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3200" b="1" dirty="0">
                <a:solidFill>
                  <a:srgbClr val="000000"/>
                </a:solidFill>
                <a:latin typeface="Times New Roman" panose="02020603050405020304" pitchFamily="18" charset="0"/>
                <a:cs typeface="Times New Roman" panose="02020603050405020304" pitchFamily="18" charset="0"/>
              </a:rPr>
              <a:t>Conclusion </a:t>
            </a:r>
          </a:p>
        </p:txBody>
      </p:sp>
      <p:sp>
        <p:nvSpPr>
          <p:cNvPr id="1048669" name="Slide Number Placeholder 1"/>
          <p:cNvSpPr>
            <a:spLocks noGrp="1"/>
          </p:cNvSpPr>
          <p:nvPr>
            <p:ph type="sldNum" sz="quarter" idx="12"/>
          </p:nvPr>
        </p:nvSpPr>
        <p:spPr/>
        <p:txBody>
          <a:bodyPr/>
          <a:lstStyle/>
          <a:p>
            <a:fld id="{D5B52ADC-5BFA-4FBD-BEE2-16096B7F4166}" type="slidenum">
              <a:rPr lang="zh-CN" altLang="en-US" smtClean="0"/>
              <a:pPr/>
              <a:t>24</a:t>
            </a:fld>
            <a:endParaRPr lang="zh-CN" altLang="en-US"/>
          </a:p>
        </p:txBody>
      </p:sp>
      <p:sp>
        <p:nvSpPr>
          <p:cNvPr id="1048670" name="TextBox 1048701"/>
          <p:cNvSpPr txBox="1"/>
          <p:nvPr/>
        </p:nvSpPr>
        <p:spPr>
          <a:xfrm>
            <a:off x="0" y="914400"/>
            <a:ext cx="9063007" cy="3291840"/>
          </a:xfrm>
          <a:prstGeom prst="rect">
            <a:avLst/>
          </a:prstGeom>
        </p:spPr>
        <p:txBody>
          <a:bodyPr wrap="square" rtlCol="0">
            <a:spAutoFit/>
          </a:bodyPr>
          <a:lstStyle/>
          <a:p>
            <a:pPr algn="just">
              <a:lnSpc>
                <a:spcPct val="150000"/>
              </a:lnSpc>
            </a:pPr>
            <a:r>
              <a:rPr lang="en-US" sz="2400" dirty="0" err="1">
                <a:solidFill>
                  <a:srgbClr val="000000"/>
                </a:solidFill>
                <a:latin typeface="Times New Roman" pitchFamily="18" charset="0"/>
                <a:cs typeface="Times New Roman" pitchFamily="18" charset="0"/>
              </a:rPr>
              <a:t>Deepfake</a:t>
            </a:r>
            <a:r>
              <a:rPr lang="en-US" sz="2400" dirty="0">
                <a:solidFill>
                  <a:srgbClr val="000000"/>
                </a:solidFill>
                <a:latin typeface="Times New Roman" pitchFamily="18" charset="0"/>
                <a:cs typeface="Times New Roman" pitchFamily="18" charset="0"/>
              </a:rPr>
              <a:t> videos are becoming more advanced, making it harder to tell real from fake. GANs help detect </a:t>
            </a:r>
            <a:r>
              <a:rPr lang="en-US" sz="2400" dirty="0" err="1">
                <a:solidFill>
                  <a:srgbClr val="000000"/>
                </a:solidFill>
                <a:latin typeface="Times New Roman" pitchFamily="18" charset="0"/>
                <a:cs typeface="Times New Roman" pitchFamily="18" charset="0"/>
              </a:rPr>
              <a:t>deepfakes</a:t>
            </a:r>
            <a:r>
              <a:rPr lang="en-US" sz="2400" dirty="0">
                <a:solidFill>
                  <a:srgbClr val="000000"/>
                </a:solidFill>
                <a:latin typeface="Times New Roman" pitchFamily="18" charset="0"/>
                <a:cs typeface="Times New Roman" pitchFamily="18" charset="0"/>
              </a:rPr>
              <a:t> by analyzing tiny details like unnatural facial movements, lighting issues, and hidden patterns that humans might miss. In our project, we proposed a novel approach to detect </a:t>
            </a:r>
            <a:r>
              <a:rPr lang="en-US" sz="2400" dirty="0" err="1">
                <a:solidFill>
                  <a:srgbClr val="000000"/>
                </a:solidFill>
                <a:latin typeface="Times New Roman" pitchFamily="18" charset="0"/>
                <a:cs typeface="Times New Roman" pitchFamily="18" charset="0"/>
              </a:rPr>
              <a:t>deepfake</a:t>
            </a:r>
            <a:r>
              <a:rPr lang="en-US" sz="2400" dirty="0">
                <a:solidFill>
                  <a:srgbClr val="000000"/>
                </a:solidFill>
                <a:latin typeface="Times New Roman" pitchFamily="18" charset="0"/>
                <a:cs typeface="Times New Roman" pitchFamily="18" charset="0"/>
              </a:rPr>
              <a:t> videos using GANs.</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71" name="Slide Number Placeholder 1048670"/>
          <p:cNvSpPr>
            <a:spLocks noGrp="1"/>
          </p:cNvSpPr>
          <p:nvPr>
            <p:ph type="sldNum" sz="quarter" idx="12"/>
          </p:nvPr>
        </p:nvSpPr>
        <p:spPr/>
        <p:txBody>
          <a:bodyPr/>
          <a:lstStyle/>
          <a:p>
            <a:fld id="{D5B52ADC-5BFA-4FBD-BEE2-16096B7F4166}" type="slidenum">
              <a:rPr lang="zh-CN" altLang="en-US" smtClean="0"/>
              <a:pPr/>
              <a:t>25</a:t>
            </a:fld>
            <a:endParaRPr lang="zh-CN" altLang="en-US"/>
          </a:p>
        </p:txBody>
      </p:sp>
      <p:sp>
        <p:nvSpPr>
          <p:cNvPr id="1048672" name="TextBox 1048671"/>
          <p:cNvSpPr txBox="1"/>
          <p:nvPr/>
        </p:nvSpPr>
        <p:spPr>
          <a:xfrm>
            <a:off x="485192" y="559199"/>
            <a:ext cx="5972757" cy="584775"/>
          </a:xfrm>
          <a:prstGeom prst="rect">
            <a:avLst/>
          </a:prstGeom>
        </p:spPr>
        <p:txBody>
          <a:bodyPr wrap="square" rtlCol="0">
            <a:spAutoFit/>
          </a:bodyPr>
          <a:lstStyle/>
          <a:p>
            <a:r>
              <a:rPr lang="en-US" sz="3200" b="1" dirty="0">
                <a:solidFill>
                  <a:srgbClr val="000000"/>
                </a:solidFill>
                <a:latin typeface="Times New Roman" pitchFamily="18" charset="0"/>
                <a:cs typeface="Times New Roman" pitchFamily="18" charset="0"/>
              </a:rPr>
              <a:t>BIBLIOGRAPHY</a:t>
            </a:r>
          </a:p>
        </p:txBody>
      </p:sp>
      <p:sp>
        <p:nvSpPr>
          <p:cNvPr id="1048673" name="TextBox 1048672"/>
          <p:cNvSpPr txBox="1"/>
          <p:nvPr/>
        </p:nvSpPr>
        <p:spPr>
          <a:xfrm>
            <a:off x="458201" y="1069737"/>
            <a:ext cx="8523861" cy="3970318"/>
          </a:xfrm>
          <a:prstGeom prst="rect">
            <a:avLst/>
          </a:prstGeom>
        </p:spPr>
        <p:txBody>
          <a:bodyPr wrap="square" rtlCol="0">
            <a:spAutoFit/>
          </a:bodyPr>
          <a:lstStyle/>
          <a:p>
            <a:pPr>
              <a:lnSpc>
                <a:spcPct val="150000"/>
              </a:lnSpc>
            </a:pPr>
            <a:r>
              <a:rPr lang="en-US" sz="2400" b="1" dirty="0">
                <a:solidFill>
                  <a:srgbClr val="000000"/>
                </a:solidFill>
                <a:latin typeface="Times New Roman" pitchFamily="18" charset="0"/>
                <a:cs typeface="Times New Roman" pitchFamily="18" charset="0"/>
              </a:rPr>
              <a:t>[1]</a:t>
            </a:r>
            <a:r>
              <a:rPr lang="en-US" sz="2400" dirty="0" err="1">
                <a:solidFill>
                  <a:srgbClr val="000000"/>
                </a:solidFill>
                <a:latin typeface="Times New Roman" pitchFamily="18" charset="0"/>
                <a:cs typeface="Times New Roman" pitchFamily="18" charset="0"/>
              </a:rPr>
              <a:t>Yuezun</a:t>
            </a:r>
            <a:r>
              <a:rPr lang="en-US" sz="2400" dirty="0">
                <a:solidFill>
                  <a:srgbClr val="000000"/>
                </a:solidFill>
                <a:latin typeface="Times New Roman" pitchFamily="18" charset="0"/>
                <a:cs typeface="Times New Roman" pitchFamily="18" charset="0"/>
              </a:rPr>
              <a:t> Li, Ming-</a:t>
            </a:r>
            <a:r>
              <a:rPr lang="en-US" sz="2400" dirty="0" err="1">
                <a:solidFill>
                  <a:srgbClr val="000000"/>
                </a:solidFill>
                <a:latin typeface="Times New Roman" pitchFamily="18" charset="0"/>
                <a:cs typeface="Times New Roman" pitchFamily="18" charset="0"/>
              </a:rPr>
              <a:t>Ching</a:t>
            </a:r>
            <a:r>
              <a:rPr lang="en-US" sz="2400" dirty="0">
                <a:solidFill>
                  <a:srgbClr val="000000"/>
                </a:solidFill>
                <a:latin typeface="Times New Roman" pitchFamily="18" charset="0"/>
                <a:cs typeface="Times New Roman" pitchFamily="18" charset="0"/>
              </a:rPr>
              <a:t> Chang and </a:t>
            </a:r>
            <a:r>
              <a:rPr lang="en-US" sz="2400" dirty="0" err="1">
                <a:solidFill>
                  <a:srgbClr val="000000"/>
                </a:solidFill>
                <a:latin typeface="Times New Roman" pitchFamily="18" charset="0"/>
                <a:cs typeface="Times New Roman" pitchFamily="18" charset="0"/>
              </a:rPr>
              <a:t>Siwei</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Lyu</a:t>
            </a:r>
            <a:r>
              <a:rPr lang="en-US" sz="2400" dirty="0">
                <a:solidFill>
                  <a:srgbClr val="000000"/>
                </a:solidFill>
                <a:latin typeface="Times New Roman" pitchFamily="18" charset="0"/>
                <a:cs typeface="Times New Roman" pitchFamily="18" charset="0"/>
              </a:rPr>
              <a:t> “</a:t>
            </a:r>
            <a:r>
              <a:rPr lang="en-US" sz="2400" dirty="0" err="1">
                <a:solidFill>
                  <a:srgbClr val="000000"/>
                </a:solidFill>
                <a:latin typeface="Times New Roman" pitchFamily="18" charset="0"/>
                <a:cs typeface="Times New Roman" pitchFamily="18" charset="0"/>
              </a:rPr>
              <a:t>ExposingAI</a:t>
            </a:r>
            <a:r>
              <a:rPr lang="en-US" sz="2400" dirty="0">
                <a:solidFill>
                  <a:srgbClr val="000000"/>
                </a:solidFill>
                <a:latin typeface="Times New Roman" pitchFamily="18" charset="0"/>
                <a:cs typeface="Times New Roman" pitchFamily="18" charset="0"/>
              </a:rPr>
              <a:t> Created </a:t>
            </a:r>
            <a:r>
              <a:rPr lang="en-US" sz="2400" dirty="0" smtClean="0">
                <a:solidFill>
                  <a:srgbClr val="000000"/>
                </a:solidFill>
                <a:latin typeface="Times New Roman" pitchFamily="18" charset="0"/>
                <a:cs typeface="Times New Roman" pitchFamily="18" charset="0"/>
              </a:rPr>
              <a:t>Fake Videos </a:t>
            </a:r>
            <a:r>
              <a:rPr lang="en-US" sz="2400" dirty="0">
                <a:solidFill>
                  <a:srgbClr val="000000"/>
                </a:solidFill>
                <a:latin typeface="Times New Roman" pitchFamily="18" charset="0"/>
                <a:cs typeface="Times New Roman" pitchFamily="18" charset="0"/>
              </a:rPr>
              <a:t>by Detecting Eye Blinking” in </a:t>
            </a:r>
            <a:r>
              <a:rPr lang="en-US" sz="2400" dirty="0" err="1">
                <a:solidFill>
                  <a:srgbClr val="000000"/>
                </a:solidFill>
                <a:latin typeface="Times New Roman" pitchFamily="18" charset="0"/>
                <a:cs typeface="Times New Roman" pitchFamily="18" charset="0"/>
              </a:rPr>
              <a:t>arxiv</a:t>
            </a:r>
            <a:r>
              <a:rPr lang="en-US" sz="2400" dirty="0" smtClean="0">
                <a:solidFill>
                  <a:srgbClr val="000000"/>
                </a:solidFill>
                <a:latin typeface="Times New Roman" pitchFamily="18" charset="0"/>
                <a:cs typeface="Times New Roman" pitchFamily="18" charset="0"/>
              </a:rPr>
              <a:t>.</a:t>
            </a:r>
          </a:p>
          <a:p>
            <a:pPr>
              <a:lnSpc>
                <a:spcPct val="150000"/>
              </a:lnSpc>
            </a:pPr>
            <a:r>
              <a:rPr lang="en-US" sz="2400" b="1" dirty="0" smtClean="0">
                <a:solidFill>
                  <a:srgbClr val="000000"/>
                </a:solidFill>
                <a:latin typeface="Times New Roman" pitchFamily="18" charset="0"/>
                <a:cs typeface="Times New Roman" pitchFamily="18" charset="0"/>
              </a:rPr>
              <a:t>[2] </a:t>
            </a:r>
            <a:r>
              <a:rPr lang="en-US" sz="2400" dirty="0" err="1" smtClean="0">
                <a:solidFill>
                  <a:srgbClr val="000000"/>
                </a:solidFill>
                <a:latin typeface="Times New Roman" pitchFamily="18" charset="0"/>
                <a:cs typeface="Times New Roman" pitchFamily="18" charset="0"/>
              </a:rPr>
              <a:t>HuyH</a:t>
            </a:r>
            <a:r>
              <a:rPr lang="en-US" sz="2400" dirty="0" smtClean="0">
                <a:solidFill>
                  <a:srgbClr val="000000"/>
                </a:solidFill>
                <a:latin typeface="Times New Roman" pitchFamily="18" charset="0"/>
                <a:cs typeface="Times New Roman" pitchFamily="18" charset="0"/>
              </a:rPr>
              <a:t>. Nguyen ,</a:t>
            </a:r>
            <a:r>
              <a:rPr lang="en-US" sz="2400" dirty="0" err="1" smtClean="0">
                <a:solidFill>
                  <a:srgbClr val="000000"/>
                </a:solidFill>
                <a:latin typeface="Times New Roman" pitchFamily="18" charset="0"/>
                <a:cs typeface="Times New Roman" pitchFamily="18" charset="0"/>
              </a:rPr>
              <a:t>JunichiYamagishi</a:t>
            </a:r>
            <a:r>
              <a:rPr lang="en-US" sz="2400" dirty="0" smtClean="0">
                <a:solidFill>
                  <a:srgbClr val="000000"/>
                </a:solidFill>
                <a:latin typeface="Times New Roman" pitchFamily="18" charset="0"/>
                <a:cs typeface="Times New Roman" pitchFamily="18" charset="0"/>
              </a:rPr>
              <a:t>, </a:t>
            </a:r>
            <a:r>
              <a:rPr lang="en-US" sz="2400" dirty="0" err="1" smtClean="0">
                <a:solidFill>
                  <a:srgbClr val="000000"/>
                </a:solidFill>
                <a:latin typeface="Times New Roman" pitchFamily="18" charset="0"/>
                <a:cs typeface="Times New Roman" pitchFamily="18" charset="0"/>
              </a:rPr>
              <a:t>andIsaoEchizen</a:t>
            </a:r>
            <a:r>
              <a:rPr lang="en-US" sz="2400" dirty="0" smtClean="0">
                <a:solidFill>
                  <a:srgbClr val="000000"/>
                </a:solidFill>
                <a:latin typeface="Times New Roman" pitchFamily="18" charset="0"/>
                <a:cs typeface="Times New Roman" pitchFamily="18" charset="0"/>
              </a:rPr>
              <a:t> “ Using capsule networks to detect forged images and videos ”.  
</a:t>
            </a:r>
          </a:p>
          <a:p>
            <a:pPr>
              <a:lnSpc>
                <a:spcPct val="150000"/>
              </a:lnSpc>
            </a:pPr>
            <a:r>
              <a:rPr lang="en-US" sz="2400" dirty="0" smtClean="0">
                <a:solidFill>
                  <a:srgbClr val="000000"/>
                </a:solidFill>
                <a:latin typeface="Times New Roman" pitchFamily="18" charset="0"/>
                <a:cs typeface="Times New Roman" pitchFamily="18" charset="0"/>
              </a:rPr>
              <a:t>  </a:t>
            </a:r>
            <a:r>
              <a:rPr lang="en-US" sz="2400" dirty="0">
                <a:solidFill>
                  <a:srgbClr val="000000"/>
                </a:solidFill>
                <a:latin typeface="Times New Roman" pitchFamily="18" charset="0"/>
                <a:cs typeface="Times New Roman" pitchFamily="18" charset="0"/>
              </a:rPr>
              <a:t>
</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1048675" name="Slide Number Placeholder 1"/>
          <p:cNvSpPr>
            <a:spLocks noGrp="1"/>
          </p:cNvSpPr>
          <p:nvPr>
            <p:ph type="sldNum" sz="quarter" idx="12"/>
          </p:nvPr>
        </p:nvSpPr>
        <p:spPr/>
        <p:txBody>
          <a:bodyPr/>
          <a:lstStyle/>
          <a:p>
            <a:fld id="{D5B52ADC-5BFA-4FBD-BEE2-16096B7F4166}" type="slidenum">
              <a:rPr lang="zh-CN" altLang="en-US" smtClean="0"/>
              <a:pPr/>
              <a:t>26</a:t>
            </a:fld>
            <a:endParaRPr lang="zh-CN" alt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1048676" name="Slide Number Placeholder 1"/>
          <p:cNvSpPr>
            <a:spLocks noGrp="1"/>
          </p:cNvSpPr>
          <p:nvPr>
            <p:ph type="sldNum" sz="quarter" idx="12"/>
          </p:nvPr>
        </p:nvSpPr>
        <p:spPr/>
        <p:txBody>
          <a:bodyPr/>
          <a:lstStyle/>
          <a:p>
            <a:fld id="{D5B52ADC-5BFA-4FBD-BEE2-16096B7F4166}" type="slidenum">
              <a:rPr lang="zh-CN" altLang="en-US" smtClean="0"/>
              <a:pPr/>
              <a:t>27</a:t>
            </a:fld>
            <a:endParaRPr lang="zh-CN" alt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TotalTime>
  <Words>572</Words>
  <Application>Microsoft Office PowerPoint</Application>
  <PresentationFormat>On-screen Show (4:3)</PresentationFormat>
  <Paragraphs>124</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V2033</dc:creator>
  <cp:lastModifiedBy>POOJITHA REDDY</cp:lastModifiedBy>
  <cp:revision>14</cp:revision>
  <dcterms:created xsi:type="dcterms:W3CDTF">2015-05-03T16:30:45Z</dcterms:created>
  <dcterms:modified xsi:type="dcterms:W3CDTF">2025-06-18T14:26:03Z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cc754b0def1a49a0ae2044289a61523a</vt:lpwstr>
  </property>
</Properties>
</file>